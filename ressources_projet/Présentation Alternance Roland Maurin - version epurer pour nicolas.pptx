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4172" r:id="rId5"/>
  </p:sldMasterIdLst>
  <p:notesMasterIdLst>
    <p:notesMasterId r:id="rId25"/>
  </p:notesMasterIdLst>
  <p:handoutMasterIdLst>
    <p:handoutMasterId r:id="rId26"/>
  </p:handoutMasterIdLst>
  <p:sldIdLst>
    <p:sldId id="742" r:id="rId6"/>
    <p:sldId id="744" r:id="rId7"/>
    <p:sldId id="743" r:id="rId8"/>
    <p:sldId id="722" r:id="rId9"/>
    <p:sldId id="735" r:id="rId10"/>
    <p:sldId id="754" r:id="rId11"/>
    <p:sldId id="727" r:id="rId12"/>
    <p:sldId id="745" r:id="rId13"/>
    <p:sldId id="732" r:id="rId14"/>
    <p:sldId id="746" r:id="rId15"/>
    <p:sldId id="738" r:id="rId16"/>
    <p:sldId id="739" r:id="rId17"/>
    <p:sldId id="740" r:id="rId18"/>
    <p:sldId id="747" r:id="rId19"/>
    <p:sldId id="752" r:id="rId20"/>
    <p:sldId id="741" r:id="rId21"/>
    <p:sldId id="749" r:id="rId22"/>
    <p:sldId id="278" r:id="rId23"/>
    <p:sldId id="75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AFF1"/>
    <a:srgbClr val="6FB0F1"/>
    <a:srgbClr val="6BAEF1"/>
    <a:srgbClr val="76B5F2"/>
    <a:srgbClr val="71B2F2"/>
    <a:srgbClr val="00468C"/>
    <a:srgbClr val="B0DFFF"/>
    <a:srgbClr val="FFFFFF"/>
    <a:srgbClr val="69ADF0"/>
    <a:srgbClr val="007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47BBF-A3B8-4DCC-8D4E-EB20D61BB316}" v="667" dt="2026-03-01T18:27:59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316" autoAdjust="0"/>
  </p:normalViewPr>
  <p:slideViewPr>
    <p:cSldViewPr snapToGrid="0">
      <p:cViewPr varScale="1">
        <p:scale>
          <a:sx n="103" d="100"/>
          <a:sy n="103" d="100"/>
        </p:scale>
        <p:origin x="8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8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N Roland (SNCF VOYAGEURS / Direction TER Auv Rhône Alpes / DADPP DL CITI, KRONO)" userId="3fb4016c-6f29-4c56-8a01-31afe64b7f39" providerId="ADAL" clId="{D2153F7D-CB73-41F6-818C-2941477AAB43}"/>
    <pc:docChg chg="undo redo custSel addSld delSld modSld modMainMaster">
      <pc:chgData name="MAURIN Roland (SNCF VOYAGEURS / Direction TER Auv Rhône Alpes / DADPP DL CITI, KRONO)" userId="3fb4016c-6f29-4c56-8a01-31afe64b7f39" providerId="ADAL" clId="{D2153F7D-CB73-41F6-818C-2941477AAB43}" dt="2026-03-01T18:28:18.425" v="6993" actId="478"/>
      <pc:docMkLst>
        <pc:docMk/>
      </pc:docMkLst>
      <pc:sldChg chg="addSp delSp modSp add mod">
        <pc:chgData name="MAURIN Roland (SNCF VOYAGEURS / Direction TER Auv Rhône Alpes / DADPP DL CITI, KRONO)" userId="3fb4016c-6f29-4c56-8a01-31afe64b7f39" providerId="ADAL" clId="{D2153F7D-CB73-41F6-818C-2941477AAB43}" dt="2026-03-01T18:04:38.529" v="6641"/>
        <pc:sldMkLst>
          <pc:docMk/>
          <pc:sldMk cId="1312527275" sldId="278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2:58.566" v="6626"/>
          <ac:spMkLst>
            <pc:docMk/>
            <pc:sldMk cId="1312527275" sldId="278"/>
            <ac:spMk id="3" creationId="{716F7C71-A05A-D0D6-69F3-7528216FE48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38.529" v="6641"/>
          <ac:spMkLst>
            <pc:docMk/>
            <pc:sldMk cId="1312527275" sldId="278"/>
            <ac:spMk id="4" creationId="{0848C929-0684-2F7D-2AFA-CDC3BB20CB57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31:19.147" v="4613"/>
          <ac:spMkLst>
            <pc:docMk/>
            <pc:sldMk cId="1312527275" sldId="278"/>
            <ac:spMk id="6" creationId="{1A98063D-BEA7-68E2-5434-3240A1362340}"/>
          </ac:spMkLst>
        </pc:spChg>
      </pc:sldChg>
      <pc:sldChg chg="addSp modSp mod modTransition setBg">
        <pc:chgData name="MAURIN Roland (SNCF VOYAGEURS / Direction TER Auv Rhône Alpes / DADPP DL CITI, KRONO)" userId="3fb4016c-6f29-4c56-8a01-31afe64b7f39" providerId="ADAL" clId="{D2153F7D-CB73-41F6-818C-2941477AAB43}" dt="2026-02-27T21:35:09.668" v="4622" actId="14100"/>
        <pc:sldMkLst>
          <pc:docMk/>
          <pc:sldMk cId="3379081159" sldId="719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2-27T21:35:09.668" v="4622" actId="14100"/>
          <ac:spMkLst>
            <pc:docMk/>
            <pc:sldMk cId="3379081159" sldId="719"/>
            <ac:spMk id="2" creationId="{BABBF092-5FBB-8041-63A3-658F652F4C9A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5:48:00.190" v="627" actId="207"/>
          <ac:spMkLst>
            <pc:docMk/>
            <pc:sldMk cId="3379081159" sldId="719"/>
            <ac:spMk id="3" creationId="{6684D59E-388E-21D1-0400-8BD09B657E3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6:18:34.655" v="1075" actId="948"/>
          <ac:spMkLst>
            <pc:docMk/>
            <pc:sldMk cId="3379081159" sldId="719"/>
            <ac:spMk id="4" creationId="{8AD698B6-120B-E127-8A76-ACA39FBBDEB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5:51:28.111" v="650" actId="1038"/>
          <ac:spMkLst>
            <pc:docMk/>
            <pc:sldMk cId="3379081159" sldId="719"/>
            <ac:spMk id="5" creationId="{1D25DB6D-F3B0-EFF6-2C90-4A9A4C318539}"/>
          </ac:spMkLst>
        </pc:spChg>
        <pc:spChg chg="mod ord">
          <ac:chgData name="MAURIN Roland (SNCF VOYAGEURS / Direction TER Auv Rhône Alpes / DADPP DL CITI, KRONO)" userId="3fb4016c-6f29-4c56-8a01-31afe64b7f39" providerId="ADAL" clId="{D2153F7D-CB73-41F6-818C-2941477AAB43}" dt="2026-02-27T15:51:58.375" v="658" actId="1037"/>
          <ac:spMkLst>
            <pc:docMk/>
            <pc:sldMk cId="3379081159" sldId="719"/>
            <ac:spMk id="6" creationId="{CDD4AD52-3991-5B93-7DE5-0A29484B86BA}"/>
          </ac:spMkLst>
        </pc:spChg>
        <pc:picChg chg="mod modCrop">
          <ac:chgData name="MAURIN Roland (SNCF VOYAGEURS / Direction TER Auv Rhône Alpes / DADPP DL CITI, KRONO)" userId="3fb4016c-6f29-4c56-8a01-31afe64b7f39" providerId="ADAL" clId="{D2153F7D-CB73-41F6-818C-2941477AAB43}" dt="2026-02-27T16:19:03.727" v="1076" actId="14100"/>
          <ac:picMkLst>
            <pc:docMk/>
            <pc:sldMk cId="3379081159" sldId="719"/>
            <ac:picMk id="9" creationId="{BE2E4FCB-27B1-A456-40CE-F0CE62F7F98E}"/>
          </ac:picMkLst>
        </pc:pic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04:57.722" v="6646"/>
        <pc:sldMkLst>
          <pc:docMk/>
          <pc:sldMk cId="526120867" sldId="722"/>
        </pc:sldMkLst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spMkLst>
            <pc:docMk/>
            <pc:sldMk cId="526120867" sldId="722"/>
            <ac:spMk id="2" creationId="{0892B522-0FAB-3469-32AE-B17AD4D2C2EB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0:01.053" v="6562"/>
          <ac:spMkLst>
            <pc:docMk/>
            <pc:sldMk cId="526120867" sldId="722"/>
            <ac:spMk id="3" creationId="{42EE1E48-77C2-1519-5D4A-A6F5F8E9F86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57.722" v="6646"/>
          <ac:spMkLst>
            <pc:docMk/>
            <pc:sldMk cId="526120867" sldId="722"/>
            <ac:spMk id="4" creationId="{95EB26E6-7810-0146-A124-6AAEDD4A5EB7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8:04:04.800" v="6636" actId="478"/>
          <ac:spMkLst>
            <pc:docMk/>
            <pc:sldMk cId="526120867" sldId="722"/>
            <ac:spMk id="10" creationId="{5AB1B916-0CAC-CE66-D888-C939CFE1E0ED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9:26:30.196" v="2998" actId="338"/>
          <ac:spMkLst>
            <pc:docMk/>
            <pc:sldMk cId="526120867" sldId="722"/>
            <ac:spMk id="36" creationId="{2158C82E-EF4E-9C29-EDF2-C91A4DDAA240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2:23.030" v="4899" actId="1035"/>
          <ac:spMkLst>
            <pc:docMk/>
            <pc:sldMk cId="526120867" sldId="722"/>
            <ac:spMk id="49" creationId="{F3D28898-6578-6133-7BC2-454A478C8267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19:28:40.389" v="3014" actId="1035"/>
          <ac:spMkLst>
            <pc:docMk/>
            <pc:sldMk cId="526120867" sldId="722"/>
            <ac:spMk id="51" creationId="{E894C489-7385-7AF7-56F8-1DE72F1D178E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1:38.934" v="4893" actId="14100"/>
          <ac:spMkLst>
            <pc:docMk/>
            <pc:sldMk cId="526120867" sldId="722"/>
            <ac:spMk id="58" creationId="{454F4DFC-E88C-5F54-2EB1-44CD28CAC75D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2:11:12.466" v="4890"/>
          <ac:spMkLst>
            <pc:docMk/>
            <pc:sldMk cId="526120867" sldId="722"/>
            <ac:spMk id="61" creationId="{CFE32FC9-74A5-20B8-3C4B-BD85734C446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2:11:12.466" v="4890"/>
          <ac:spMkLst>
            <pc:docMk/>
            <pc:sldMk cId="526120867" sldId="722"/>
            <ac:spMk id="63" creationId="{9B2FFB43-8FC8-FEC7-A5D0-C0A9CEC157ED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2:11:12.466" v="4890"/>
          <ac:spMkLst>
            <pc:docMk/>
            <pc:sldMk cId="526120867" sldId="722"/>
            <ac:spMk id="64" creationId="{9D5161B7-7425-B673-F6A7-45FCE7A29628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3:48.420" v="4950" actId="20577"/>
          <ac:spMkLst>
            <pc:docMk/>
            <pc:sldMk cId="526120867" sldId="722"/>
            <ac:spMk id="65" creationId="{04FB6759-8BFC-4DB7-FB18-854AAD90D3E1}"/>
          </ac:spMkLst>
        </pc:spChg>
        <pc:grpChg chg="add mod">
          <ac:chgData name="MAURIN Roland (SNCF VOYAGEURS / Direction TER Auv Rhône Alpes / DADPP DL CITI, KRONO)" userId="3fb4016c-6f29-4c56-8a01-31afe64b7f39" providerId="ADAL" clId="{D2153F7D-CB73-41F6-818C-2941477AAB43}" dt="2026-02-27T19:26:42.719" v="3001" actId="164"/>
          <ac:grpSpMkLst>
            <pc:docMk/>
            <pc:sldMk cId="526120867" sldId="722"/>
            <ac:grpSpMk id="52" creationId="{9783D55D-41BB-2E1E-2F74-FF20B3DAB925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2-27T19:26:56.652" v="3005" actId="164"/>
          <ac:grpSpMkLst>
            <pc:docMk/>
            <pc:sldMk cId="526120867" sldId="722"/>
            <ac:grpSpMk id="54" creationId="{849EDE0E-F1D2-8389-EF9D-6D382D0D620A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2-27T22:12:45.228" v="4903" actId="1076"/>
          <ac:grpSpMkLst>
            <pc:docMk/>
            <pc:sldMk cId="526120867" sldId="722"/>
            <ac:grpSpMk id="55" creationId="{93245CE7-A700-435A-1601-28A0036D55BA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2-27T22:12:39.178" v="4902" actId="1076"/>
          <ac:grpSpMkLst>
            <pc:docMk/>
            <pc:sldMk cId="526120867" sldId="722"/>
            <ac:grpSpMk id="57" creationId="{758E3B3B-AB5B-C24F-05AD-BC435E900643}"/>
          </ac:grpSpMkLst>
        </pc:gr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2-27T22:12:32.975" v="4901" actId="1076"/>
          <ac:grpSpMkLst>
            <pc:docMk/>
            <pc:sldMk cId="526120867" sldId="722"/>
            <ac:grpSpMk id="60" creationId="{F958E3BD-0F6F-1FF8-E8C7-4F4897C1C484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2-27T22:11:12.466" v="4890"/>
          <ac:grpSpMkLst>
            <pc:docMk/>
            <pc:sldMk cId="526120867" sldId="722"/>
            <ac:grpSpMk id="62" creationId="{82829CEC-63E2-ADBC-64FF-D4C9A067DF44}"/>
          </ac:grpSpMkLst>
        </pc:grp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2-27T19:26:30.196" v="2998" actId="338"/>
          <ac:picMkLst>
            <pc:docMk/>
            <pc:sldMk cId="526120867" sldId="722"/>
            <ac:picMk id="5" creationId="{FD5D5414-D4E0-0685-DDE1-DFDA97F41EB0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2-27T19:26:30.196" v="2998" actId="338"/>
          <ac:picMkLst>
            <pc:docMk/>
            <pc:sldMk cId="526120867" sldId="722"/>
            <ac:picMk id="6" creationId="{B324A653-90E8-6FEC-1D63-D460025B9ABC}"/>
          </ac:picMkLst>
        </pc:picChg>
        <pc:picChg chg="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picMkLst>
            <pc:docMk/>
            <pc:sldMk cId="526120867" sldId="722"/>
            <ac:picMk id="12" creationId="{FE0478C7-3D6E-A191-681F-EBB42FE4C3E2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picMkLst>
            <pc:docMk/>
            <pc:sldMk cId="526120867" sldId="722"/>
            <ac:picMk id="18" creationId="{DABC7060-2243-D2E1-44C7-14DD23D5676F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picMkLst>
            <pc:docMk/>
            <pc:sldMk cId="526120867" sldId="722"/>
            <ac:picMk id="21" creationId="{D035FC06-5082-4A2F-E1BF-EE36A3D8C0C6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2-27T19:26:30.196" v="2998" actId="338"/>
          <ac:picMkLst>
            <pc:docMk/>
            <pc:sldMk cId="526120867" sldId="722"/>
            <ac:picMk id="47" creationId="{E9F0B2AC-780C-363A-492A-A8B00327554E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2:12:10.396" v="4898" actId="1036"/>
          <ac:picMkLst>
            <pc:docMk/>
            <pc:sldMk cId="526120867" sldId="722"/>
            <ac:picMk id="59" creationId="{15D690EB-02AE-89B2-0A85-20DE35BEBE7B}"/>
          </ac:picMkLst>
        </pc:picChg>
        <pc:cxnChg chg="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cxnSpMkLst>
            <pc:docMk/>
            <pc:sldMk cId="526120867" sldId="722"/>
            <ac:cxnSpMk id="15" creationId="{8175EC77-4D21-8A8F-C074-750CD93E5618}"/>
          </ac:cxnSpMkLst>
        </pc:cxnChg>
        <pc:cxnChg chg="mod topLvl">
          <ac:chgData name="MAURIN Roland (SNCF VOYAGEURS / Direction TER Auv Rhône Alpes / DADPP DL CITI, KRONO)" userId="3fb4016c-6f29-4c56-8a01-31afe64b7f39" providerId="ADAL" clId="{D2153F7D-CB73-41F6-818C-2941477AAB43}" dt="2026-02-27T19:26:14.570" v="2996" actId="338"/>
          <ac:cxnSpMkLst>
            <pc:docMk/>
            <pc:sldMk cId="526120867" sldId="722"/>
            <ac:cxnSpMk id="16" creationId="{487CF20B-2E77-E53D-9A52-30F77E6E05A9}"/>
          </ac:cxnSpMkLst>
        </pc:cxnChg>
      </pc:sldChg>
      <pc:sldChg chg="addSp delSp modSp mod modTransition setBg modClrScheme chgLayout">
        <pc:chgData name="MAURIN Roland (SNCF VOYAGEURS / Direction TER Auv Rhône Alpes / DADPP DL CITI, KRONO)" userId="3fb4016c-6f29-4c56-8a01-31afe64b7f39" providerId="ADAL" clId="{D2153F7D-CB73-41F6-818C-2941477AAB43}" dt="2026-03-01T18:25:12.309" v="6940" actId="167"/>
        <pc:sldMkLst>
          <pc:docMk/>
          <pc:sldMk cId="196470313" sldId="727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25:12.309" v="6940" actId="167"/>
          <ac:spMkLst>
            <pc:docMk/>
            <pc:sldMk cId="196470313" sldId="727"/>
            <ac:spMk id="2" creationId="{CF08138D-EA24-74A5-FE75-73419EC0C695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8:03:51.033" v="6633" actId="478"/>
          <ac:spMkLst>
            <pc:docMk/>
            <pc:sldMk cId="196470313" sldId="727"/>
            <ac:spMk id="3" creationId="{F55C5CEF-0C47-D841-F54B-62EFB37D333E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36.353" v="6933"/>
          <ac:spMkLst>
            <pc:docMk/>
            <pc:sldMk cId="196470313" sldId="727"/>
            <ac:spMk id="5" creationId="{0ED0A1CE-C6AD-0DE2-178F-5D555786F4A3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36.353" v="6933"/>
          <ac:spMkLst>
            <pc:docMk/>
            <pc:sldMk cId="196470313" sldId="727"/>
            <ac:spMk id="7" creationId="{A36FE526-3794-E772-6595-69A4FB20B9C0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36.353" v="6933"/>
          <ac:spMkLst>
            <pc:docMk/>
            <pc:sldMk cId="196470313" sldId="727"/>
            <ac:spMk id="8" creationId="{6E3EB832-E75C-34A5-F70D-4FDA5C284042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9:58:07.112" v="3520" actId="14100"/>
          <ac:spMkLst>
            <pc:docMk/>
            <pc:sldMk cId="196470313" sldId="727"/>
            <ac:spMk id="49" creationId="{D45AC1C5-00E6-3F12-5345-994B392B5DBD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0:06:40.835" v="3594" actId="1038"/>
          <ac:spMkLst>
            <pc:docMk/>
            <pc:sldMk cId="196470313" sldId="727"/>
            <ac:spMk id="95" creationId="{78B1928B-7635-6D71-9116-189033D38C0D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19:44:56.165" v="3140" actId="20577"/>
          <ac:spMkLst>
            <pc:docMk/>
            <pc:sldMk cId="196470313" sldId="727"/>
            <ac:spMk id="99" creationId="{F76F1DBC-151E-6C65-D226-E13B7A020C79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20:11:28.016" v="3599" actId="14100"/>
          <ac:spMkLst>
            <pc:docMk/>
            <pc:sldMk cId="196470313" sldId="727"/>
            <ac:spMk id="105" creationId="{88BFA363-818D-00C6-D6CF-D64ABEF336B5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20:11:49.818" v="3601" actId="1076"/>
          <ac:spMkLst>
            <pc:docMk/>
            <pc:sldMk cId="196470313" sldId="727"/>
            <ac:spMk id="107" creationId="{8C85F220-EEE6-9244-B4FE-0C8199A5FE76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24:55.670" v="6937" actId="14100"/>
          <ac:spMkLst>
            <pc:docMk/>
            <pc:sldMk cId="196470313" sldId="727"/>
            <ac:spMk id="108" creationId="{1F5BBDA2-BA68-6A12-474E-8C6A661B566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9:47:31.203" v="3173"/>
          <ac:spMkLst>
            <pc:docMk/>
            <pc:sldMk cId="196470313" sldId="727"/>
            <ac:spMk id="110" creationId="{B7ADB6BA-D703-E9EC-3E33-79F8CE310FC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5:08.363" v="6939" actId="14100"/>
          <ac:spMkLst>
            <pc:docMk/>
            <pc:sldMk cId="196470313" sldId="727"/>
            <ac:spMk id="111" creationId="{7F40A654-E974-6811-F73F-2934D1677287}"/>
          </ac:spMkLst>
        </pc:s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5:00.908" v="6938" actId="478"/>
          <ac:grpSpMkLst>
            <pc:docMk/>
            <pc:sldMk cId="196470313" sldId="727"/>
            <ac:grpSpMk id="4" creationId="{8DF5C81C-78CB-5462-7BD9-32B8CACE0E42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4:36.353" v="6933"/>
          <ac:grpSpMkLst>
            <pc:docMk/>
            <pc:sldMk cId="196470313" sldId="727"/>
            <ac:grpSpMk id="6" creationId="{0B89A8AC-EA0C-4D56-05EE-0DED933DFACB}"/>
          </ac:grpSpMkLst>
        </pc:gr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3-01T18:24:44.500" v="6935" actId="14100"/>
          <ac:grpSpMkLst>
            <pc:docMk/>
            <pc:sldMk cId="196470313" sldId="727"/>
            <ac:grpSpMk id="109" creationId="{3BCEFD9F-EF03-11F9-CBC3-E8A3F233E3F0}"/>
          </ac:grpSpMkLst>
        </pc:grp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2-27T20:05:07.183" v="3571"/>
          <ac:graphicFrameMkLst>
            <pc:docMk/>
            <pc:sldMk cId="196470313" sldId="727"/>
            <ac:graphicFrameMk id="114" creationId="{4B87C099-CD62-6077-14BB-8BB5F79A9D3A}"/>
          </ac:graphicFrameMkLst>
        </pc:graphicFrame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2-27T20:13:12.439" v="3704" actId="20577"/>
          <ac:graphicFrameMkLst>
            <pc:docMk/>
            <pc:sldMk cId="196470313" sldId="727"/>
            <ac:graphicFrameMk id="118" creationId="{F73CD262-C36A-99DB-1996-A70FD3FE38D5}"/>
          </ac:graphicFrameMkLst>
        </pc:graphicFrame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26:49.301" v="6947" actId="14100"/>
        <pc:sldMkLst>
          <pc:docMk/>
          <pc:sldMk cId="2966283535" sldId="732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26:31.182" v="6945" actId="167"/>
          <ac:spMkLst>
            <pc:docMk/>
            <pc:sldMk cId="2966283535" sldId="732"/>
            <ac:spMk id="2" creationId="{F0312F96-6D40-D23E-8789-5FDD372214C1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42.427" v="6925"/>
          <ac:spMkLst>
            <pc:docMk/>
            <pc:sldMk cId="2966283535" sldId="732"/>
            <ac:spMk id="5" creationId="{2B91C6DD-0009-0875-7C78-780BF7739704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42.427" v="6925"/>
          <ac:spMkLst>
            <pc:docMk/>
            <pc:sldMk cId="2966283535" sldId="732"/>
            <ac:spMk id="6" creationId="{30A5A24B-EDDF-B934-DF08-6BCB21CA0F19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6:49.301" v="6947" actId="14100"/>
          <ac:spMkLst>
            <pc:docMk/>
            <pc:sldMk cId="2966283535" sldId="732"/>
            <ac:spMk id="8" creationId="{8C74BF8C-2DCD-7E0E-0AA6-A2590ED7CC4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42.427" v="6925"/>
          <ac:spMkLst>
            <pc:docMk/>
            <pc:sldMk cId="2966283535" sldId="732"/>
            <ac:spMk id="10" creationId="{31547D0C-CE96-2D45-17C2-C541671D9C4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6:39.335" v="6946" actId="14100"/>
          <ac:spMkLst>
            <pc:docMk/>
            <pc:sldMk cId="2966283535" sldId="732"/>
            <ac:spMk id="12" creationId="{C136522E-347C-408B-A2D6-6AF00FDDB221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14:48.002" v="4523" actId="1037"/>
          <ac:spMkLst>
            <pc:docMk/>
            <pc:sldMk cId="2966283535" sldId="732"/>
            <ac:spMk id="13" creationId="{5214C82F-5AA1-B8BD-032E-CE260DE768F7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14" creationId="{1C8E630B-BA19-41F1-4F6B-7EA066946A2C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15:03.699" v="4524" actId="1038"/>
          <ac:spMkLst>
            <pc:docMk/>
            <pc:sldMk cId="2966283535" sldId="732"/>
            <ac:spMk id="15" creationId="{1249FA97-72A2-EC2B-BE85-FD827A2F5240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16" creationId="{50A29781-A34A-F723-57C2-92B100CD1D7F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17" creationId="{06C800E2-3D6E-CF49-8DA0-2247043093A7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0:42:32.106" v="4099" actId="1037"/>
          <ac:spMkLst>
            <pc:docMk/>
            <pc:sldMk cId="2966283535" sldId="732"/>
            <ac:spMk id="18" creationId="{465ABFFE-4D06-6FB6-F769-CE1509E0B3CB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21:06:35.084" v="4475" actId="165"/>
          <ac:spMkLst>
            <pc:docMk/>
            <pc:sldMk cId="2966283535" sldId="732"/>
            <ac:spMk id="20" creationId="{0E478141-5295-4866-7AE4-52382E65425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1:06:35.084" v="4475" actId="165"/>
          <ac:spMkLst>
            <pc:docMk/>
            <pc:sldMk cId="2966283535" sldId="732"/>
            <ac:spMk id="22" creationId="{D722F0B8-7FC4-B7BD-E61A-F04CB1D95ADE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1:06:35.084" v="4475" actId="165"/>
          <ac:spMkLst>
            <pc:docMk/>
            <pc:sldMk cId="2966283535" sldId="732"/>
            <ac:spMk id="23" creationId="{24C332B6-57CA-81F9-A8F3-0029C2457441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7:46:20.161" v="6484"/>
          <ac:spMkLst>
            <pc:docMk/>
            <pc:sldMk cId="2966283535" sldId="732"/>
            <ac:spMk id="24" creationId="{6AFB8097-BDD5-00D1-A682-C48679F4495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6:14.527" v="6941"/>
          <ac:spMkLst>
            <pc:docMk/>
            <pc:sldMk cId="2966283535" sldId="732"/>
            <ac:spMk id="25" creationId="{0239B644-E26A-C3E6-A1B5-5A621C45A22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0:59:41.140" v="4427" actId="14100"/>
          <ac:spMkLst>
            <pc:docMk/>
            <pc:sldMk cId="2966283535" sldId="732"/>
            <ac:spMk id="44" creationId="{53683581-1D9D-D9D4-935E-5C7C1CCF720E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71" creationId="{BCF3BFFC-33AF-CC6F-4596-67319ECDF321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72" creationId="{F83490BE-0707-CDFB-1D3D-4F9C7427148D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73" creationId="{D8F45859-FBAF-76DC-8AF8-E5D820EF22EC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74" creationId="{CEB15DD8-AFAC-2828-C4A0-9B85C9A8EAF5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08:30.518" v="4496" actId="164"/>
          <ac:spMkLst>
            <pc:docMk/>
            <pc:sldMk cId="2966283535" sldId="732"/>
            <ac:spMk id="85" creationId="{F586BB6C-4BC8-5FE8-AAC9-33AD05961AE2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02:09.408" v="4807" actId="14100"/>
          <ac:spMkLst>
            <pc:docMk/>
            <pc:sldMk cId="2966283535" sldId="732"/>
            <ac:spMk id="88" creationId="{AD4C230B-2FB4-4F67-A2F4-F6AC2246F252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02:19.278" v="4809" actId="12"/>
          <ac:spMkLst>
            <pc:docMk/>
            <pc:sldMk cId="2966283535" sldId="732"/>
            <ac:spMk id="89" creationId="{5615787E-7308-E661-1D6C-1A1B96C843AA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02:13.795" v="4808" actId="12"/>
          <ac:spMkLst>
            <pc:docMk/>
            <pc:sldMk cId="2966283535" sldId="732"/>
            <ac:spMk id="92" creationId="{11B35E79-BE2E-FE9E-7A98-79AA84622473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32:24.670" v="5120" actId="1038"/>
          <ac:spMkLst>
            <pc:docMk/>
            <pc:sldMk cId="2966283535" sldId="732"/>
            <ac:spMk id="94" creationId="{DB4528BB-4043-CDED-3F79-E741B62E9941}"/>
          </ac:spMkLst>
        </pc:s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3:54.875" v="6927" actId="21"/>
          <ac:grpSpMkLst>
            <pc:docMk/>
            <pc:sldMk cId="2966283535" sldId="732"/>
            <ac:grpSpMk id="3" creationId="{6CC0A792-7EAE-E058-98F4-13210E58C5BB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3:42.427" v="6925"/>
          <ac:grpSpMkLst>
            <pc:docMk/>
            <pc:sldMk cId="2966283535" sldId="732"/>
            <ac:grpSpMk id="4" creationId="{97C1CE0F-3AF6-CA78-C13E-A7084762CDA0}"/>
          </ac:grpSpMkLst>
        </pc:gr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3-01T18:26:19.519" v="6942" actId="167"/>
          <ac:grpSpMkLst>
            <pc:docMk/>
            <pc:sldMk cId="2966283535" sldId="732"/>
            <ac:grpSpMk id="7" creationId="{1B3F3073-7D55-2C70-0BD0-99C12350C2DF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6:14.527" v="6941"/>
          <ac:grpSpMkLst>
            <pc:docMk/>
            <pc:sldMk cId="2966283535" sldId="732"/>
            <ac:grpSpMk id="11" creationId="{9B0C0570-DD42-3DF0-D4DF-C2C22744B746}"/>
          </ac:grpSpMkLst>
        </pc:grpChg>
        <pc:grpChg chg="add del mod ord">
          <ac:chgData name="MAURIN Roland (SNCF VOYAGEURS / Direction TER Auv Rhône Alpes / DADPP DL CITI, KRONO)" userId="3fb4016c-6f29-4c56-8a01-31afe64b7f39" providerId="ADAL" clId="{D2153F7D-CB73-41F6-818C-2941477AAB43}" dt="2026-03-01T18:26:26.424" v="6944" actId="478"/>
          <ac:grpSpMkLst>
            <pc:docMk/>
            <pc:sldMk cId="2966283535" sldId="732"/>
            <ac:grpSpMk id="19" creationId="{B979A5A3-39C0-D2BC-153A-D2BA7CA2885C}"/>
          </ac:grpSpMkLst>
        </pc:grpChg>
        <pc:grpChg chg="mod topLvl">
          <ac:chgData name="MAURIN Roland (SNCF VOYAGEURS / Direction TER Auv Rhône Alpes / DADPP DL CITI, KRONO)" userId="3fb4016c-6f29-4c56-8a01-31afe64b7f39" providerId="ADAL" clId="{D2153F7D-CB73-41F6-818C-2941477AAB43}" dt="2026-02-27T21:06:35.084" v="4475" actId="165"/>
          <ac:grpSpMkLst>
            <pc:docMk/>
            <pc:sldMk cId="2966283535" sldId="732"/>
            <ac:grpSpMk id="21" creationId="{DBB652AC-7FDB-2F6A-4E69-50D51DAB9EEA}"/>
          </ac:grpSpMkLst>
        </pc:grpChg>
        <pc:picChg chg="mod topLvl">
          <ac:chgData name="MAURIN Roland (SNCF VOYAGEURS / Direction TER Auv Rhône Alpes / DADPP DL CITI, KRONO)" userId="3fb4016c-6f29-4c56-8a01-31afe64b7f39" providerId="ADAL" clId="{D2153F7D-CB73-41F6-818C-2941477AAB43}" dt="2026-02-27T20:44:39.018" v="4217" actId="1037"/>
          <ac:picMkLst>
            <pc:docMk/>
            <pc:sldMk cId="2966283535" sldId="732"/>
            <ac:picMk id="45" creationId="{348906F1-8FB2-2613-AAD2-92FED660260E}"/>
          </ac:picMkLst>
        </pc:picChg>
        <pc:picChg chg="mod topLvl">
          <ac:chgData name="MAURIN Roland (SNCF VOYAGEURS / Direction TER Auv Rhône Alpes / DADPP DL CITI, KRONO)" userId="3fb4016c-6f29-4c56-8a01-31afe64b7f39" providerId="ADAL" clId="{D2153F7D-CB73-41F6-818C-2941477AAB43}" dt="2026-02-27T20:44:34.706" v="4214" actId="1038"/>
          <ac:picMkLst>
            <pc:docMk/>
            <pc:sldMk cId="2966283535" sldId="732"/>
            <ac:picMk id="46" creationId="{CDBD5AD3-7C5A-96BC-1CCA-D603E8FFA70D}"/>
          </ac:picMkLst>
        </pc:picChg>
        <pc:picChg chg="mod topLvl">
          <ac:chgData name="MAURIN Roland (SNCF VOYAGEURS / Direction TER Auv Rhône Alpes / DADPP DL CITI, KRONO)" userId="3fb4016c-6f29-4c56-8a01-31afe64b7f39" providerId="ADAL" clId="{D2153F7D-CB73-41F6-818C-2941477AAB43}" dt="2026-02-27T20:48:32.629" v="4257" actId="14100"/>
          <ac:picMkLst>
            <pc:docMk/>
            <pc:sldMk cId="2966283535" sldId="732"/>
            <ac:picMk id="47" creationId="{00A8D8C2-BC93-18C1-4399-73AAC93A523D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0:43:52.223" v="4188" actId="1038"/>
          <ac:picMkLst>
            <pc:docMk/>
            <pc:sldMk cId="2966283535" sldId="732"/>
            <ac:picMk id="51" creationId="{97D14E0D-6BBA-39D8-22EF-4F6FC7A4FDA8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0:45:27.349" v="4256" actId="1037"/>
          <ac:picMkLst>
            <pc:docMk/>
            <pc:sldMk cId="2966283535" sldId="732"/>
            <ac:picMk id="54" creationId="{E36882AC-210C-6D31-BB68-C4DFB919A13A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0:45:19.125" v="4243" actId="1038"/>
          <ac:picMkLst>
            <pc:docMk/>
            <pc:sldMk cId="2966283535" sldId="732"/>
            <ac:picMk id="57" creationId="{C9E9A123-5418-870F-80A8-3AC8656638AA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0:49:14.205" v="4261" actId="14826"/>
          <ac:picMkLst>
            <pc:docMk/>
            <pc:sldMk cId="2966283535" sldId="732"/>
            <ac:picMk id="69" creationId="{C0A1A934-02C9-4E74-BB6B-98C37A4B30A9}"/>
          </ac:picMkLst>
        </pc:picChg>
        <pc:cxnChg chg="add mod">
          <ac:chgData name="MAURIN Roland (SNCF VOYAGEURS / Direction TER Auv Rhône Alpes / DADPP DL CITI, KRONO)" userId="3fb4016c-6f29-4c56-8a01-31afe64b7f39" providerId="ADAL" clId="{D2153F7D-CB73-41F6-818C-2941477AAB43}" dt="2026-02-27T20:58:00.167" v="4384" actId="14100"/>
          <ac:cxnSpMkLst>
            <pc:docMk/>
            <pc:sldMk cId="2966283535" sldId="732"/>
            <ac:cxnSpMk id="27" creationId="{DD51BAFB-1C5D-B95F-9981-DB8B532D3E42}"/>
          </ac:cxnSpMkLst>
        </pc:cxnChg>
        <pc:cxnChg chg="add mod">
          <ac:chgData name="MAURIN Roland (SNCF VOYAGEURS / Direction TER Auv Rhône Alpes / DADPP DL CITI, KRONO)" userId="3fb4016c-6f29-4c56-8a01-31afe64b7f39" providerId="ADAL" clId="{D2153F7D-CB73-41F6-818C-2941477AAB43}" dt="2026-02-27T20:58:04.472" v="4385" actId="14100"/>
          <ac:cxnSpMkLst>
            <pc:docMk/>
            <pc:sldMk cId="2966283535" sldId="732"/>
            <ac:cxnSpMk id="29" creationId="{C73539C6-BAC3-A8C7-F10A-ED82F78404B3}"/>
          </ac:cxnSpMkLst>
        </pc:cxnChg>
        <pc:cxnChg chg="add mod">
          <ac:chgData name="MAURIN Roland (SNCF VOYAGEURS / Direction TER Auv Rhône Alpes / DADPP DL CITI, KRONO)" userId="3fb4016c-6f29-4c56-8a01-31afe64b7f39" providerId="ADAL" clId="{D2153F7D-CB73-41F6-818C-2941477AAB43}" dt="2026-02-27T20:58:12.248" v="4387" actId="14100"/>
          <ac:cxnSpMkLst>
            <pc:docMk/>
            <pc:sldMk cId="2966283535" sldId="732"/>
            <ac:cxnSpMk id="30" creationId="{DF1D1DCB-ED03-A31E-2858-B403935438BE}"/>
          </ac:cxnSpMkLst>
        </pc:cxnChg>
        <pc:cxnChg chg="add mod">
          <ac:chgData name="MAURIN Roland (SNCF VOYAGEURS / Direction TER Auv Rhône Alpes / DADPP DL CITI, KRONO)" userId="3fb4016c-6f29-4c56-8a01-31afe64b7f39" providerId="ADAL" clId="{D2153F7D-CB73-41F6-818C-2941477AAB43}" dt="2026-02-27T20:58:18.971" v="4388" actId="14100"/>
          <ac:cxnSpMkLst>
            <pc:docMk/>
            <pc:sldMk cId="2966283535" sldId="732"/>
            <ac:cxnSpMk id="31" creationId="{72DB357A-51F1-0BB7-9F44-CC561ABD67BD}"/>
          </ac:cxnSpMkLst>
        </pc:cxnChg>
        <pc:cxnChg chg="add mod">
          <ac:chgData name="MAURIN Roland (SNCF VOYAGEURS / Direction TER Auv Rhône Alpes / DADPP DL CITI, KRONO)" userId="3fb4016c-6f29-4c56-8a01-31afe64b7f39" providerId="ADAL" clId="{D2153F7D-CB73-41F6-818C-2941477AAB43}" dt="2026-02-27T20:58:22.682" v="4389" actId="14100"/>
          <ac:cxnSpMkLst>
            <pc:docMk/>
            <pc:sldMk cId="2966283535" sldId="732"/>
            <ac:cxnSpMk id="32" creationId="{93591B3B-A39E-51C4-641E-4D6FA69A1859}"/>
          </ac:cxnSpMkLst>
        </pc:cxnChg>
      </pc:sldChg>
      <pc:sldChg chg="addSp delSp modSp del mod setBg">
        <pc:chgData name="MAURIN Roland (SNCF VOYAGEURS / Direction TER Auv Rhône Alpes / DADPP DL CITI, KRONO)" userId="3fb4016c-6f29-4c56-8a01-31afe64b7f39" providerId="ADAL" clId="{D2153F7D-CB73-41F6-818C-2941477AAB43}" dt="2026-03-01T14:32:17.146" v="5268" actId="2696"/>
        <pc:sldMkLst>
          <pc:docMk/>
          <pc:sldMk cId="2117246034" sldId="734"/>
        </pc:sldMkLst>
        <pc:grpChg chg="mod">
          <ac:chgData name="MAURIN Roland (SNCF VOYAGEURS / Direction TER Auv Rhône Alpes / DADPP DL CITI, KRONO)" userId="3fb4016c-6f29-4c56-8a01-31afe64b7f39" providerId="ADAL" clId="{D2153F7D-CB73-41F6-818C-2941477AAB43}" dt="2026-03-01T14:29:13.895" v="5145" actId="14100"/>
          <ac:grpSpMkLst>
            <pc:docMk/>
            <pc:sldMk cId="2117246034" sldId="734"/>
            <ac:grpSpMk id="27" creationId="{9FC165EF-6446-E8F9-119E-413D168EE564}"/>
          </ac:grpSpMkLst>
        </pc:grp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04:55.508" v="6645"/>
        <pc:sldMkLst>
          <pc:docMk/>
          <pc:sldMk cId="3702263494" sldId="735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4:31:27.421" v="5227" actId="1037"/>
          <ac:spMkLst>
            <pc:docMk/>
            <pc:sldMk cId="3702263494" sldId="735"/>
            <ac:spMk id="2" creationId="{F8CC699D-CA3F-79A9-830D-07609DE628BE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3-01T14:28:31.705" v="5144" actId="164"/>
          <ac:spMkLst>
            <pc:docMk/>
            <pc:sldMk cId="3702263494" sldId="735"/>
            <ac:spMk id="5" creationId="{7C3CEF97-AFA9-0FDC-6050-C706F9A45F1D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8:04:01.497" v="6635" actId="478"/>
          <ac:spMkLst>
            <pc:docMk/>
            <pc:sldMk cId="3702263494" sldId="735"/>
            <ac:spMk id="10" creationId="{5AB1B916-0CAC-CE66-D888-C939CFE1E0ED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4:31:52.706" v="5266" actId="1076"/>
          <ac:spMkLst>
            <pc:docMk/>
            <pc:sldMk cId="3702263494" sldId="735"/>
            <ac:spMk id="14" creationId="{70F91BE0-1D69-0813-EAF0-7C85F1843CFB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2-27T17:41:02.054" v="1880" actId="207"/>
          <ac:spMkLst>
            <pc:docMk/>
            <pc:sldMk cId="3702263494" sldId="735"/>
            <ac:spMk id="15" creationId="{87911AA0-A891-C144-769C-96468FD2C58F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4:32:29.089" v="5283" actId="20577"/>
          <ac:spMkLst>
            <pc:docMk/>
            <pc:sldMk cId="3702263494" sldId="735"/>
            <ac:spMk id="16" creationId="{E192100B-880D-05E0-708C-0906A3F6EFF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30:45.120" v="5177" actId="1038"/>
          <ac:spMkLst>
            <pc:docMk/>
            <pc:sldMk cId="3702263494" sldId="735"/>
            <ac:spMk id="20" creationId="{87AA3174-9893-4BC3-BB85-D3C8828A12AD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30:28.723" v="5170" actId="1035"/>
          <ac:spMkLst>
            <pc:docMk/>
            <pc:sldMk cId="3702263494" sldId="735"/>
            <ac:spMk id="21" creationId="{A068578B-91DE-D964-DB80-18257F5900DF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0:04.501" v="6563"/>
          <ac:spMkLst>
            <pc:docMk/>
            <pc:sldMk cId="3702263494" sldId="735"/>
            <ac:spMk id="22" creationId="{C3227D27-91A7-B1BE-AE30-93E1BD16CCAF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55.508" v="6645"/>
          <ac:spMkLst>
            <pc:docMk/>
            <pc:sldMk cId="3702263494" sldId="735"/>
            <ac:spMk id="23" creationId="{7D42C8DC-F054-E37F-4638-A65B5BC2F4D7}"/>
          </ac:spMkLst>
        </pc:s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4:27:38.146" v="5129" actId="165"/>
          <ac:grpSpMkLst>
            <pc:docMk/>
            <pc:sldMk cId="3702263494" sldId="735"/>
            <ac:grpSpMk id="4" creationId="{D8C4D52F-A4E3-AA82-DCB3-4960B27A1AF3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3-01T14:31:39.688" v="5235" actId="1076"/>
          <ac:grpSpMkLst>
            <pc:docMk/>
            <pc:sldMk cId="3702263494" sldId="735"/>
            <ac:grpSpMk id="7" creationId="{FB30BFEA-F613-A659-EA96-C5A33390A816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3-01T14:28:31.705" v="5144" actId="164"/>
          <ac:grpSpMkLst>
            <pc:docMk/>
            <pc:sldMk cId="3702263494" sldId="735"/>
            <ac:grpSpMk id="8" creationId="{91FC19E3-E5A8-55E9-EA16-0955806A5BDE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2-27T17:10:31.499" v="1547"/>
          <ac:grpSpMkLst>
            <pc:docMk/>
            <pc:sldMk cId="3702263494" sldId="735"/>
            <ac:grpSpMk id="9" creationId="{EFA4D531-E7D4-5EA7-CEB4-0CDACEEC09C9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3-01T14:31:57.873" v="5267" actId="1076"/>
          <ac:grpSpMkLst>
            <pc:docMk/>
            <pc:sldMk cId="3702263494" sldId="735"/>
            <ac:grpSpMk id="17" creationId="{65ADD14C-097A-6E74-0B87-A90AA9ED4576}"/>
          </ac:grpSpMkLst>
        </pc:grp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4:27:09.792" v="5124" actId="1076"/>
          <ac:picMkLst>
            <pc:docMk/>
            <pc:sldMk cId="3702263494" sldId="735"/>
            <ac:picMk id="3" creationId="{65A9D85A-7C5F-4F4B-702B-9F1AB528B5EF}"/>
          </ac:picMkLst>
        </pc:picChg>
        <pc:picChg chg="mod topLvl">
          <ac:chgData name="MAURIN Roland (SNCF VOYAGEURS / Direction TER Auv Rhône Alpes / DADPP DL CITI, KRONO)" userId="3fb4016c-6f29-4c56-8a01-31afe64b7f39" providerId="ADAL" clId="{D2153F7D-CB73-41F6-818C-2941477AAB43}" dt="2026-03-01T14:28:31.705" v="5144" actId="164"/>
          <ac:picMkLst>
            <pc:docMk/>
            <pc:sldMk cId="3702263494" sldId="735"/>
            <ac:picMk id="6" creationId="{D75A2ECB-2345-BDBF-FD64-DFD0743FBAB0}"/>
          </ac:picMkLst>
        </pc:picChg>
        <pc:picChg chg="mod">
          <ac:chgData name="MAURIN Roland (SNCF VOYAGEURS / Direction TER Auv Rhône Alpes / DADPP DL CITI, KRONO)" userId="3fb4016c-6f29-4c56-8a01-31afe64b7f39" providerId="ADAL" clId="{D2153F7D-CB73-41F6-818C-2941477AAB43}" dt="2026-02-27T17:10:31.499" v="1547"/>
          <ac:picMkLst>
            <pc:docMk/>
            <pc:sldMk cId="3702263494" sldId="735"/>
            <ac:picMk id="12" creationId="{9E8FA932-5003-BA95-2345-83F3F6379D0E}"/>
          </ac:picMkLst>
        </pc:picChg>
        <pc:picChg chg="mod">
          <ac:chgData name="MAURIN Roland (SNCF VOYAGEURS / Direction TER Auv Rhône Alpes / DADPP DL CITI, KRONO)" userId="3fb4016c-6f29-4c56-8a01-31afe64b7f39" providerId="ADAL" clId="{D2153F7D-CB73-41F6-818C-2941477AAB43}" dt="2026-02-27T17:10:31.499" v="1547"/>
          <ac:picMkLst>
            <pc:docMk/>
            <pc:sldMk cId="3702263494" sldId="735"/>
            <ac:picMk id="13" creationId="{1B17A9BA-43DA-A96B-9E3F-ADC4B7309F3F}"/>
          </ac:picMkLst>
        </pc:picChg>
        <pc:picChg chg="mod">
          <ac:chgData name="MAURIN Roland (SNCF VOYAGEURS / Direction TER Auv Rhône Alpes / DADPP DL CITI, KRONO)" userId="3fb4016c-6f29-4c56-8a01-31afe64b7f39" providerId="ADAL" clId="{D2153F7D-CB73-41F6-818C-2941477AAB43}" dt="2026-03-01T14:29:21.678" v="5146"/>
          <ac:picMkLst>
            <pc:docMk/>
            <pc:sldMk cId="3702263494" sldId="735"/>
            <ac:picMk id="18" creationId="{144A5D52-624D-A346-BF52-2907EC768646}"/>
          </ac:picMkLst>
        </pc:picChg>
        <pc:cxnChg chg="mod">
          <ac:chgData name="MAURIN Roland (SNCF VOYAGEURS / Direction TER Auv Rhône Alpes / DADPP DL CITI, KRONO)" userId="3fb4016c-6f29-4c56-8a01-31afe64b7f39" providerId="ADAL" clId="{D2153F7D-CB73-41F6-818C-2941477AAB43}" dt="2026-02-27T17:10:31.499" v="1547"/>
          <ac:cxnSpMkLst>
            <pc:docMk/>
            <pc:sldMk cId="3702263494" sldId="735"/>
            <ac:cxnSpMk id="11" creationId="{D875EC75-6403-42AA-D1FD-C6119D54AEDB}"/>
          </ac:cxnSpMkLst>
        </pc:cxnChg>
        <pc:cxnChg chg="mod">
          <ac:chgData name="MAURIN Roland (SNCF VOYAGEURS / Direction TER Auv Rhône Alpes / DADPP DL CITI, KRONO)" userId="3fb4016c-6f29-4c56-8a01-31afe64b7f39" providerId="ADAL" clId="{D2153F7D-CB73-41F6-818C-2941477AAB43}" dt="2026-03-01T14:29:21.678" v="5146"/>
          <ac:cxnSpMkLst>
            <pc:docMk/>
            <pc:sldMk cId="3702263494" sldId="735"/>
            <ac:cxnSpMk id="19" creationId="{FA694B82-C780-968C-84E4-760E037EB2F9}"/>
          </ac:cxnSpMkLst>
        </pc:cxn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27:56.870" v="6978" actId="478"/>
        <pc:sldMkLst>
          <pc:docMk/>
          <pc:sldMk cId="4249416540" sldId="737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1:16.043" v="6577" actId="167"/>
          <ac:spMkLst>
            <pc:docMk/>
            <pc:sldMk cId="4249416540" sldId="737"/>
            <ac:spMk id="2" creationId="{72E956DE-16C0-EB01-47F8-4051F2E19CBE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9.715" v="6950"/>
          <ac:spMkLst>
            <pc:docMk/>
            <pc:sldMk cId="4249416540" sldId="737"/>
            <ac:spMk id="4" creationId="{65DA97CB-592A-1A41-A9B2-9E76CE182AC8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3:14.590" v="5663" actId="20577"/>
          <ac:spMkLst>
            <pc:docMk/>
            <pc:sldMk cId="4249416540" sldId="737"/>
            <ac:spMk id="7" creationId="{4AD602F5-C952-9CB5-F331-CF184D6A09D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9.715" v="6950"/>
          <ac:spMkLst>
            <pc:docMk/>
            <pc:sldMk cId="4249416540" sldId="737"/>
            <ac:spMk id="8" creationId="{504F070F-C75C-9F43-603E-A850898125CE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9.715" v="6950"/>
          <ac:spMkLst>
            <pc:docMk/>
            <pc:sldMk cId="4249416540" sldId="737"/>
            <ac:spMk id="10" creationId="{1B62BDB1-482D-5594-1BF6-4C37EBED1F68}"/>
          </ac:spMkLst>
        </pc:spChg>
        <pc:grpChg chg="add del mod ord">
          <ac:chgData name="MAURIN Roland (SNCF VOYAGEURS / Direction TER Auv Rhône Alpes / DADPP DL CITI, KRONO)" userId="3fb4016c-6f29-4c56-8a01-31afe64b7f39" providerId="ADAL" clId="{D2153F7D-CB73-41F6-818C-2941477AAB43}" dt="2026-03-01T18:27:56.870" v="6978" actId="478"/>
          <ac:grpSpMkLst>
            <pc:docMk/>
            <pc:sldMk cId="4249416540" sldId="737"/>
            <ac:grpSpMk id="3" creationId="{BC6598B1-2B14-4AE7-79C6-720C7F368E0F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7:29.715" v="6950"/>
          <ac:grpSpMkLst>
            <pc:docMk/>
            <pc:sldMk cId="4249416540" sldId="737"/>
            <ac:grpSpMk id="6" creationId="{BA2123EC-F0A0-ACFA-D5F0-CD80B2491543}"/>
          </ac:grpSpMkLst>
        </pc:grp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3-01T18:27:53.119" v="6977" actId="1036"/>
          <ac:graphicFrameMkLst>
            <pc:docMk/>
            <pc:sldMk cId="4249416540" sldId="737"/>
            <ac:graphicFrameMk id="5" creationId="{AD6EDAC0-B001-D668-F97C-1C73EBBB86A1}"/>
          </ac:graphicFrameMkLst>
        </pc:graphicFrame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28:18.425" v="6993" actId="478"/>
        <pc:sldMkLst>
          <pc:docMk/>
          <pc:sldMk cId="1368524229" sldId="738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1:21.602" v="6578"/>
          <ac:spMkLst>
            <pc:docMk/>
            <pc:sldMk cId="1368524229" sldId="738"/>
            <ac:spMk id="2" creationId="{EBF15D59-2B48-77F4-6A59-FE4747E1DCF0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59.700" v="6979"/>
          <ac:spMkLst>
            <pc:docMk/>
            <pc:sldMk cId="1368524229" sldId="738"/>
            <ac:spMk id="4" creationId="{5D94963D-B343-28B5-775D-69D1E60B600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59.700" v="6979"/>
          <ac:spMkLst>
            <pc:docMk/>
            <pc:sldMk cId="1368524229" sldId="738"/>
            <ac:spMk id="7" creationId="{5BEFC600-E43D-A5ED-3574-09A931B42363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4:05.516" v="5689" actId="20577"/>
          <ac:spMkLst>
            <pc:docMk/>
            <pc:sldMk cId="1368524229" sldId="738"/>
            <ac:spMk id="10" creationId="{EB511762-0D53-17DD-EF7D-74CE230282F6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59.700" v="6979"/>
          <ac:spMkLst>
            <pc:docMk/>
            <pc:sldMk cId="1368524229" sldId="738"/>
            <ac:spMk id="11" creationId="{309720B9-E4A1-774A-284C-90D8178A74DA}"/>
          </ac:spMkLst>
        </pc:spChg>
        <pc:grpChg chg="add del mod ord">
          <ac:chgData name="MAURIN Roland (SNCF VOYAGEURS / Direction TER Auv Rhône Alpes / DADPP DL CITI, KRONO)" userId="3fb4016c-6f29-4c56-8a01-31afe64b7f39" providerId="ADAL" clId="{D2153F7D-CB73-41F6-818C-2941477AAB43}" dt="2026-03-01T18:28:18.425" v="6993" actId="478"/>
          <ac:grpSpMkLst>
            <pc:docMk/>
            <pc:sldMk cId="1368524229" sldId="738"/>
            <ac:grpSpMk id="3" creationId="{20E3C850-CEF0-9FFE-6397-D97CD614E747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7:59.700" v="6979"/>
          <ac:grpSpMkLst>
            <pc:docMk/>
            <pc:sldMk cId="1368524229" sldId="738"/>
            <ac:grpSpMk id="6" creationId="{054DD4F1-DB6C-8376-604F-14407CD42E33}"/>
          </ac:grpSpMkLst>
        </pc:grp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28:13.402" v="6992" actId="1035"/>
          <ac:picMkLst>
            <pc:docMk/>
            <pc:sldMk cId="1368524229" sldId="738"/>
            <ac:picMk id="8" creationId="{A908A864-B1A0-8E6C-AEE0-8DE8E35FBE6E}"/>
          </ac:picMkLst>
        </pc:pic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10:51.867" v="6811" actId="1035"/>
        <pc:sldMkLst>
          <pc:docMk/>
          <pc:sldMk cId="373863132" sldId="739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8:35.695" v="6767" actId="167"/>
          <ac:spMkLst>
            <pc:docMk/>
            <pc:sldMk cId="373863132" sldId="739"/>
            <ac:spMk id="2" creationId="{5BC53BE5-98A9-7F6F-C4E8-9B9A84B50FA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08:03.157" v="6727"/>
          <ac:spMkLst>
            <pc:docMk/>
            <pc:sldMk cId="373863132" sldId="739"/>
            <ac:spMk id="4" creationId="{5AC4BEB1-686C-8041-2B87-4AFB02155C4E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4:50.353" v="5716" actId="20577"/>
          <ac:spMkLst>
            <pc:docMk/>
            <pc:sldMk cId="373863132" sldId="739"/>
            <ac:spMk id="8" creationId="{18455D9D-37D2-0A40-2265-3247D5754F0B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08:03.157" v="6727"/>
          <ac:spMkLst>
            <pc:docMk/>
            <pc:sldMk cId="373863132" sldId="739"/>
            <ac:spMk id="10" creationId="{DF795912-43F7-49F5-64A0-5CA942171C81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08:03.157" v="6727"/>
          <ac:spMkLst>
            <pc:docMk/>
            <pc:sldMk cId="373863132" sldId="739"/>
            <ac:spMk id="11" creationId="{5F66160E-9775-480D-52EF-43777EED72B5}"/>
          </ac:spMkLst>
        </pc:s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3-01T18:10:51.867" v="6811" actId="1035"/>
          <ac:grpSpMkLst>
            <pc:docMk/>
            <pc:sldMk cId="373863132" sldId="739"/>
            <ac:grpSpMk id="3" creationId="{9C55A167-7133-247D-46C3-4355245D5E1D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08:03.157" v="6727"/>
          <ac:grpSpMkLst>
            <pc:docMk/>
            <pc:sldMk cId="373863132" sldId="739"/>
            <ac:grpSpMk id="6" creationId="{4F8CBAD0-1B3B-EE74-6534-3CF1094D0943}"/>
          </ac:grpSpMkLst>
        </pc:grp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10:51.867" v="6811" actId="1035"/>
          <ac:picMkLst>
            <pc:docMk/>
            <pc:sldMk cId="373863132" sldId="739"/>
            <ac:picMk id="5" creationId="{E8823B81-A411-631E-7851-0A1CA932BB48}"/>
          </ac:picMkLst>
        </pc:picChg>
        <pc:picChg chg="add mod modCrop">
          <ac:chgData name="MAURIN Roland (SNCF VOYAGEURS / Direction TER Auv Rhône Alpes / DADPP DL CITI, KRONO)" userId="3fb4016c-6f29-4c56-8a01-31afe64b7f39" providerId="ADAL" clId="{D2153F7D-CB73-41F6-818C-2941477AAB43}" dt="2026-03-01T18:10:51.867" v="6811" actId="1035"/>
          <ac:picMkLst>
            <pc:docMk/>
            <pc:sldMk cId="373863132" sldId="739"/>
            <ac:picMk id="7" creationId="{CC6A80A2-3E80-9FDF-A852-90B0C0AB4136}"/>
          </ac:picMkLst>
        </pc:pic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19:08.524" v="6900" actId="14100"/>
        <pc:sldMkLst>
          <pc:docMk/>
          <pc:sldMk cId="217350463" sldId="740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4:54:07.931" v="5376" actId="1076"/>
          <ac:spMkLst>
            <pc:docMk/>
            <pc:sldMk cId="217350463" sldId="740"/>
            <ac:spMk id="2" creationId="{61A8CFE0-2015-FF51-9DCF-D57B66DB90BD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19:08.524" v="6900" actId="14100"/>
          <ac:spMkLst>
            <pc:docMk/>
            <pc:sldMk cId="217350463" sldId="740"/>
            <ac:spMk id="3" creationId="{F46802D8-A460-01B8-4415-4EC2165E5470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12:45.831" v="6823" actId="14100"/>
          <ac:spMkLst>
            <pc:docMk/>
            <pc:sldMk cId="217350463" sldId="740"/>
            <ac:spMk id="4" creationId="{5E392F50-3A2B-DDD9-CEC1-30978510A1D4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13:07.207" v="6826" actId="167"/>
          <ac:spMkLst>
            <pc:docMk/>
            <pc:sldMk cId="217350463" sldId="740"/>
            <ac:spMk id="5" creationId="{D393B8F8-FEEC-41DF-87F5-A20EE4744FB1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21:29.568" v="4558" actId="1076"/>
          <ac:spMkLst>
            <pc:docMk/>
            <pc:sldMk cId="217350463" sldId="740"/>
            <ac:spMk id="10" creationId="{C4572415-B7E3-3266-9691-F2FF46797A3F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21:29.568" v="4558" actId="1076"/>
          <ac:spMkLst>
            <pc:docMk/>
            <pc:sldMk cId="217350463" sldId="740"/>
            <ac:spMk id="11" creationId="{0DF33CFB-D4EA-4F54-4D2E-14C9A76BDC2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21:45.894" v="4561" actId="14100"/>
          <ac:spMkLst>
            <pc:docMk/>
            <pc:sldMk cId="217350463" sldId="740"/>
            <ac:spMk id="13" creationId="{C8F44256-7767-3D15-4F27-076C593C7311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1:51:06.746" v="4655" actId="20577"/>
          <ac:spMkLst>
            <pc:docMk/>
            <pc:sldMk cId="217350463" sldId="740"/>
            <ac:spMk id="16" creationId="{0A4EB1EB-FD02-DE07-E0B9-A4D3B008B233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5:14.465" v="5723" actId="20577"/>
          <ac:spMkLst>
            <pc:docMk/>
            <pc:sldMk cId="217350463" sldId="740"/>
            <ac:spMk id="17" creationId="{0101FA02-9CD0-82E2-C2A5-26F580EC0A88}"/>
          </ac:spMkLst>
        </pc:sp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21:29.568" v="4558" actId="1076"/>
          <ac:picMkLst>
            <pc:docMk/>
            <pc:sldMk cId="217350463" sldId="740"/>
            <ac:picMk id="7" creationId="{DEFD983F-7E8C-FC98-C358-AE152108BBEC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21:29.568" v="4558" actId="1076"/>
          <ac:picMkLst>
            <pc:docMk/>
            <pc:sldMk cId="217350463" sldId="740"/>
            <ac:picMk id="8" creationId="{E8A8E14E-ED22-687D-7B13-DEE8BEE7733D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21:50.061" v="4562" actId="14100"/>
          <ac:picMkLst>
            <pc:docMk/>
            <pc:sldMk cId="217350463" sldId="740"/>
            <ac:picMk id="12" creationId="{5F00C380-48D4-CF53-7E3D-C685A842A8B8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50:24.681" v="4636" actId="1076"/>
          <ac:picMkLst>
            <pc:docMk/>
            <pc:sldMk cId="217350463" sldId="740"/>
            <ac:picMk id="15" creationId="{FF245F45-CE21-67D7-FD1B-4CA9E87D3B44}"/>
          </ac:picMkLst>
        </pc:picChg>
      </pc:sldChg>
      <pc:sldChg chg="addSp delSp modSp mod setBg">
        <pc:chgData name="MAURIN Roland (SNCF VOYAGEURS / Direction TER Auv Rhône Alpes / DADPP DL CITI, KRONO)" userId="3fb4016c-6f29-4c56-8a01-31afe64b7f39" providerId="ADAL" clId="{D2153F7D-CB73-41F6-818C-2941477AAB43}" dt="2026-03-01T18:23:01.655" v="6924" actId="21"/>
        <pc:sldMkLst>
          <pc:docMk/>
          <pc:sldMk cId="1582584040" sldId="741"/>
        </pc:sldMkLst>
        <pc:spChg chg="mod">
          <ac:chgData name="MAURIN Roland (SNCF VOYAGEURS / Direction TER Auv Rhône Alpes / DADPP DL CITI, KRONO)" userId="3fb4016c-6f29-4c56-8a01-31afe64b7f39" providerId="ADAL" clId="{D2153F7D-CB73-41F6-818C-2941477AAB43}" dt="2026-03-01T17:57:18.022" v="6504" actId="14100"/>
          <ac:spMkLst>
            <pc:docMk/>
            <pc:sldMk cId="1582584040" sldId="741"/>
            <ac:spMk id="2" creationId="{F46680D7-ECC9-1A76-A0A1-35D809F3FFCA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7:56:59.287" v="6493" actId="14100"/>
          <ac:spMkLst>
            <pc:docMk/>
            <pc:sldMk cId="1582584040" sldId="741"/>
            <ac:spMk id="3" creationId="{74A87BFA-ABDC-87E1-87E1-2AAE16BDE284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19:00.580" v="5932" actId="1076"/>
          <ac:spMkLst>
            <pc:docMk/>
            <pc:sldMk cId="1582584040" sldId="741"/>
            <ac:spMk id="4" creationId="{C00C54C3-467A-848A-64E2-ADCE47857071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22:58.940" v="6923" actId="14100"/>
          <ac:spMkLst>
            <pc:docMk/>
            <pc:sldMk cId="1582584040" sldId="741"/>
            <ac:spMk id="5" creationId="{7DC08566-7A9E-A856-84F5-F5BD493FD4CE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5:19:44.995" v="5934"/>
          <ac:spMkLst>
            <pc:docMk/>
            <pc:sldMk cId="1582584040" sldId="741"/>
            <ac:spMk id="7" creationId="{C43670E1-9174-2C65-DE32-E5B1138CEBCB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5:19:44.995" v="5934"/>
          <ac:spMkLst>
            <pc:docMk/>
            <pc:sldMk cId="1582584040" sldId="741"/>
            <ac:spMk id="8" creationId="{0AD26251-E78D-5441-54E0-902B6A55B4BD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2:16.481" v="6591" actId="167"/>
          <ac:spMkLst>
            <pc:docMk/>
            <pc:sldMk cId="1582584040" sldId="741"/>
            <ac:spMk id="9" creationId="{8C000B18-F66F-8A4C-8438-9EB09A990B95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45.144" v="6919"/>
          <ac:spMkLst>
            <pc:docMk/>
            <pc:sldMk cId="1582584040" sldId="741"/>
            <ac:spMk id="10" creationId="{31547D0C-CE96-2D45-17C2-C541671D9C47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5:02:31.451" v="5637" actId="478"/>
          <ac:spMkLst>
            <pc:docMk/>
            <pc:sldMk cId="1582584040" sldId="741"/>
            <ac:spMk id="20" creationId="{E5AA1224-3798-CA02-9331-937A698BE0E4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45.144" v="6919"/>
          <ac:spMkLst>
            <pc:docMk/>
            <pc:sldMk cId="1582584040" sldId="741"/>
            <ac:spMk id="22" creationId="{2B91C6DD-0009-0875-7C78-780BF7739704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45.144" v="6919"/>
          <ac:spMkLst>
            <pc:docMk/>
            <pc:sldMk cId="1582584040" sldId="741"/>
            <ac:spMk id="23" creationId="{30A5A24B-EDDF-B934-DF08-6BCB21CA0F19}"/>
          </ac:spMkLst>
        </pc:s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3-01T18:22:51.780" v="6921" actId="14100"/>
          <ac:grpSpMkLst>
            <pc:docMk/>
            <pc:sldMk cId="1582584040" sldId="741"/>
            <ac:grpSpMk id="6" creationId="{54A7FBD2-854D-13DA-4A44-08724D671D3E}"/>
          </ac:grpSpMkLst>
        </pc:gr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3:01.655" v="6924" actId="21"/>
          <ac:grpSpMkLst>
            <pc:docMk/>
            <pc:sldMk cId="1582584040" sldId="741"/>
            <ac:grpSpMk id="19" creationId="{6CC0A792-7EAE-E058-98F4-13210E58C5BB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2:45.144" v="6919"/>
          <ac:grpSpMkLst>
            <pc:docMk/>
            <pc:sldMk cId="1582584040" sldId="741"/>
            <ac:grpSpMk id="21" creationId="{97C1CE0F-3AF6-CA78-C13E-A7084762CDA0}"/>
          </ac:grpSpMkLst>
        </pc:grpChg>
        <pc:picChg chg="mod">
          <ac:chgData name="MAURIN Roland (SNCF VOYAGEURS / Direction TER Auv Rhône Alpes / DADPP DL CITI, KRONO)" userId="3fb4016c-6f29-4c56-8a01-31afe64b7f39" providerId="ADAL" clId="{D2153F7D-CB73-41F6-818C-2941477AAB43}" dt="2026-03-01T18:02:08.992" v="6589" actId="14861"/>
          <ac:picMkLst>
            <pc:docMk/>
            <pc:sldMk cId="1582584040" sldId="741"/>
            <ac:picMk id="12" creationId="{C187DFB8-1788-26B2-D40A-48D87944B062}"/>
          </ac:picMkLst>
        </pc:picChg>
      </pc:sldChg>
      <pc:sldChg chg="addSp delSp modSp add mod setBg chgLayout">
        <pc:chgData name="MAURIN Roland (SNCF VOYAGEURS / Direction TER Auv Rhône Alpes / DADPP DL CITI, KRONO)" userId="3fb4016c-6f29-4c56-8a01-31afe64b7f39" providerId="ADAL" clId="{D2153F7D-CB73-41F6-818C-2941477AAB43}" dt="2026-03-01T18:05:03.339" v="6649"/>
        <pc:sldMkLst>
          <pc:docMk/>
          <pc:sldMk cId="1255085860" sldId="742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7:59:31.266" v="6559" actId="207"/>
          <ac:spMkLst>
            <pc:docMk/>
            <pc:sldMk cId="1255085860" sldId="742"/>
            <ac:spMk id="2" creationId="{EDFB15F6-A2AE-A865-E1D4-0ED47FC3291B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8:04:13.955" v="6639" actId="478"/>
          <ac:spMkLst>
            <pc:docMk/>
            <pc:sldMk cId="1255085860" sldId="742"/>
            <ac:spMk id="3" creationId="{6DC33128-ABCC-ACF1-CE2B-298CCE73F9ED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spMkLst>
            <pc:docMk/>
            <pc:sldMk cId="1255085860" sldId="742"/>
            <ac:spMk id="4" creationId="{5669445B-9F4C-C07A-BDE7-E331E1457EF9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5:03.339" v="6649"/>
          <ac:spMkLst>
            <pc:docMk/>
            <pc:sldMk cId="1255085860" sldId="742"/>
            <ac:spMk id="5" creationId="{57538A44-B81D-3BFD-BB6E-5786981D0E42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spMkLst>
            <pc:docMk/>
            <pc:sldMk cId="1255085860" sldId="742"/>
            <ac:spMk id="8" creationId="{BE6698A2-1E8D-DFD6-8FD7-8529C85DEE1C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5:42:10.503" v="599" actId="207"/>
          <ac:spMkLst>
            <pc:docMk/>
            <pc:sldMk cId="1255085860" sldId="742"/>
            <ac:spMk id="9" creationId="{BA98E270-BE5D-D516-DC1B-3D3C6EBD693B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spMkLst>
            <pc:docMk/>
            <pc:sldMk cId="1255085860" sldId="742"/>
            <ac:spMk id="10" creationId="{395EB943-0713-8ABE-A93D-F20D110DFE73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6:36:58.793" v="1093" actId="20577"/>
          <ac:spMkLst>
            <pc:docMk/>
            <pc:sldMk cId="1255085860" sldId="742"/>
            <ac:spMk id="11" creationId="{016548DF-054D-3D41-FC2F-3C8774B49378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spMkLst>
            <pc:docMk/>
            <pc:sldMk cId="1255085860" sldId="742"/>
            <ac:spMk id="21" creationId="{23518E04-1C5F-6475-4BDA-AA67AD942A73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5:42:22.195" v="601" actId="207"/>
          <ac:spMkLst>
            <pc:docMk/>
            <pc:sldMk cId="1255085860" sldId="742"/>
            <ac:spMk id="27" creationId="{65F3892D-303B-B286-77FE-E5F64C610CA0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spMkLst>
            <pc:docMk/>
            <pc:sldMk cId="1255085860" sldId="742"/>
            <ac:spMk id="28" creationId="{DAEFA753-C2E1-7D2F-6F66-90CA541A5CA8}"/>
          </ac:spMkLst>
        </pc:spChg>
        <pc:spChg chg="mod topLvl">
          <ac:chgData name="MAURIN Roland (SNCF VOYAGEURS / Direction TER Auv Rhône Alpes / DADPP DL CITI, KRONO)" userId="3fb4016c-6f29-4c56-8a01-31afe64b7f39" providerId="ADAL" clId="{D2153F7D-CB73-41F6-818C-2941477AAB43}" dt="2026-02-27T16:37:11.550" v="1095" actId="20577"/>
          <ac:spMkLst>
            <pc:docMk/>
            <pc:sldMk cId="1255085860" sldId="742"/>
            <ac:spMk id="29" creationId="{ED2FDBDB-0033-77F3-E104-6FCC22EA9455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6:14.349" v="5038" actId="20577"/>
          <ac:spMkLst>
            <pc:docMk/>
            <pc:sldMk cId="1255085860" sldId="742"/>
            <ac:spMk id="37" creationId="{FB353622-F2B1-BC65-A5D2-8811ECDDC87D}"/>
          </ac:spMkLst>
        </pc:sp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10:44:08.765" v="583" actId="1035"/>
          <ac:picMkLst>
            <pc:docMk/>
            <pc:sldMk cId="1255085860" sldId="742"/>
            <ac:picMk id="30" creationId="{53B2DF5C-AE84-1C9D-C146-2877BE80DA0B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10:43:48.296" v="556" actId="1076"/>
          <ac:picMkLst>
            <pc:docMk/>
            <pc:sldMk cId="1255085860" sldId="742"/>
            <ac:picMk id="32" creationId="{A34D4B2B-1C12-1BBC-4D98-15F3DAD4E195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10:43:57.173" v="557" actId="1076"/>
          <ac:picMkLst>
            <pc:docMk/>
            <pc:sldMk cId="1255085860" sldId="742"/>
            <ac:picMk id="33" creationId="{48506C8B-3723-9876-F934-5588BB62BE6F}"/>
          </ac:picMkLst>
        </pc:picChg>
      </pc:sldChg>
      <pc:sldChg chg="addSp delSp modSp new mod modTransition">
        <pc:chgData name="MAURIN Roland (SNCF VOYAGEURS / Direction TER Auv Rhône Alpes / DADPP DL CITI, KRONO)" userId="3fb4016c-6f29-4c56-8a01-31afe64b7f39" providerId="ADAL" clId="{D2153F7D-CB73-41F6-818C-2941477AAB43}" dt="2026-03-01T18:04:59.602" v="6647"/>
        <pc:sldMkLst>
          <pc:docMk/>
          <pc:sldMk cId="3283320587" sldId="743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7:59:55.683" v="6561"/>
          <ac:spMkLst>
            <pc:docMk/>
            <pc:sldMk cId="3283320587" sldId="743"/>
            <ac:spMk id="2" creationId="{4584DDC4-4C09-A1E8-AD48-BE3ECA1B2069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8:04:07.793" v="6637" actId="478"/>
          <ac:spMkLst>
            <pc:docMk/>
            <pc:sldMk cId="3283320587" sldId="743"/>
            <ac:spMk id="3" creationId="{3787376D-1483-4915-0FF5-26928B5E708C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4:16.124" v="4954" actId="21"/>
          <ac:spMkLst>
            <pc:docMk/>
            <pc:sldMk cId="3283320587" sldId="743"/>
            <ac:spMk id="5" creationId="{A710DD3D-5207-A9C7-D74D-4E28EF76E5BD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59.602" v="6647"/>
          <ac:spMkLst>
            <pc:docMk/>
            <pc:sldMk cId="3283320587" sldId="743"/>
            <ac:spMk id="6" creationId="{503858E0-6164-BCDE-EA70-83018FB802E7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4:39.648" v="4982" actId="20577"/>
          <ac:spMkLst>
            <pc:docMk/>
            <pc:sldMk cId="3283320587" sldId="743"/>
            <ac:spMk id="7" creationId="{DD967D28-923A-F257-C891-26EE3033EDED}"/>
          </ac:spMkLst>
        </pc:sp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3-01T14:36:00.216" v="5284" actId="33524"/>
          <ac:graphicFrameMkLst>
            <pc:docMk/>
            <pc:sldMk cId="3283320587" sldId="743"/>
            <ac:graphicFrameMk id="4" creationId="{A14DB057-676A-DB17-020A-67136A06C3F5}"/>
          </ac:graphicFrameMkLst>
        </pc:graphicFrameChg>
      </pc:sldChg>
      <pc:sldChg chg="addSp delSp modSp new mod modTransition">
        <pc:chgData name="MAURIN Roland (SNCF VOYAGEURS / Direction TER Auv Rhône Alpes / DADPP DL CITI, KRONO)" userId="3fb4016c-6f29-4c56-8a01-31afe64b7f39" providerId="ADAL" clId="{D2153F7D-CB73-41F6-818C-2941477AAB43}" dt="2026-03-01T18:05:01.563" v="6648"/>
        <pc:sldMkLst>
          <pc:docMk/>
          <pc:sldMk cId="3814577174" sldId="744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7:59:50.638" v="6560"/>
          <ac:spMkLst>
            <pc:docMk/>
            <pc:sldMk cId="3814577174" sldId="744"/>
            <ac:spMk id="2" creationId="{D580E528-1919-32D7-F0C0-C5A6E73864A0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8:04:10.625" v="6638" actId="478"/>
          <ac:spMkLst>
            <pc:docMk/>
            <pc:sldMk cId="3814577174" sldId="744"/>
            <ac:spMk id="3" creationId="{B2493D0C-4723-7AEF-8FEC-E54378B13D97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spMkLst>
            <pc:docMk/>
            <pc:sldMk cId="3814577174" sldId="744"/>
            <ac:spMk id="11" creationId="{0232BB6D-74C2-92B2-8747-8349C5DC499E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spMkLst>
            <pc:docMk/>
            <pc:sldMk cId="3814577174" sldId="744"/>
            <ac:spMk id="12" creationId="{E0BFE2FF-A153-D7DF-4627-7C4809409F0B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spMkLst>
            <pc:docMk/>
            <pc:sldMk cId="3814577174" sldId="744"/>
            <ac:spMk id="13" creationId="{22DB536A-2704-7DF3-3C4A-40135AF461A3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spMkLst>
            <pc:docMk/>
            <pc:sldMk cId="3814577174" sldId="744"/>
            <ac:spMk id="14" creationId="{6F746A2F-4CDA-DC93-EEF3-75E4528E6050}"/>
          </ac:spMkLst>
        </pc:spChg>
        <pc:sp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spMkLst>
            <pc:docMk/>
            <pc:sldMk cId="3814577174" sldId="744"/>
            <ac:spMk id="15" creationId="{13351160-D279-4E06-3BF8-24F86BB4C20D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5:01.563" v="6648"/>
          <ac:spMkLst>
            <pc:docMk/>
            <pc:sldMk cId="3814577174" sldId="744"/>
            <ac:spMk id="16" creationId="{7A47E4CC-B31A-1909-B254-C6E5FE19DF1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8:04:35.193" v="2116"/>
          <ac:spMkLst>
            <pc:docMk/>
            <pc:sldMk cId="3814577174" sldId="744"/>
            <ac:spMk id="19" creationId="{594FAE82-B247-0D01-6855-674465491D4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8:04:35.193" v="2116"/>
          <ac:spMkLst>
            <pc:docMk/>
            <pc:sldMk cId="3814577174" sldId="744"/>
            <ac:spMk id="20" creationId="{974A8352-3FC4-7C0B-998F-87A746AAADE6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2-27T18:33:04.111" v="2236" actId="164"/>
          <ac:spMkLst>
            <pc:docMk/>
            <pc:sldMk cId="3814577174" sldId="744"/>
            <ac:spMk id="21" creationId="{EE8E8671-B578-C1FD-B8AB-D5BF305394A2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2-27T22:15:51.392" v="5028" actId="20577"/>
          <ac:spMkLst>
            <pc:docMk/>
            <pc:sldMk cId="3814577174" sldId="744"/>
            <ac:spMk id="25" creationId="{ADCAD51B-EE2C-EB3B-1344-BBFADF2DFCA0}"/>
          </ac:spMkLst>
        </pc:s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2-27T18:33:04.111" v="2236" actId="164"/>
          <ac:grpSpMkLst>
            <pc:docMk/>
            <pc:sldMk cId="3814577174" sldId="744"/>
            <ac:grpSpMk id="18" creationId="{5DFADC68-CF1D-F08E-8C21-141260BE367A}"/>
          </ac:grpSpMkLst>
        </pc:grpChg>
        <pc:grpChg chg="add mod">
          <ac:chgData name="MAURIN Roland (SNCF VOYAGEURS / Direction TER Auv Rhône Alpes / DADPP DL CITI, KRONO)" userId="3fb4016c-6f29-4c56-8a01-31afe64b7f39" providerId="ADAL" clId="{D2153F7D-CB73-41F6-818C-2941477AAB43}" dt="2026-02-27T18:33:04.111" v="2236" actId="164"/>
          <ac:grpSpMkLst>
            <pc:docMk/>
            <pc:sldMk cId="3814577174" sldId="744"/>
            <ac:grpSpMk id="23" creationId="{70B9BD09-4E95-63D9-3C2E-5BC9A7462A1E}"/>
          </ac:grpSpMkLst>
        </pc:grpChg>
        <pc:graphicFrameChg chg="mod">
          <ac:chgData name="MAURIN Roland (SNCF VOYAGEURS / Direction TER Auv Rhône Alpes / DADPP DL CITI, KRONO)" userId="3fb4016c-6f29-4c56-8a01-31afe64b7f39" providerId="ADAL" clId="{D2153F7D-CB73-41F6-818C-2941477AAB43}" dt="2026-03-01T16:53:22.921" v="6218" actId="14100"/>
          <ac:graphicFrameMkLst>
            <pc:docMk/>
            <pc:sldMk cId="3814577174" sldId="744"/>
            <ac:graphicFrameMk id="4" creationId="{BCB4970F-590F-A71B-AD5E-4AD17C30115B}"/>
          </ac:graphicFrameMkLst>
        </pc:graphicFrame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picMkLst>
            <pc:docMk/>
            <pc:sldMk cId="3814577174" sldId="744"/>
            <ac:picMk id="5" creationId="{735C9B45-FF1C-C0C4-163C-D48A064098FF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picMkLst>
            <pc:docMk/>
            <pc:sldMk cId="3814577174" sldId="744"/>
            <ac:picMk id="6" creationId="{32D13624-AE81-E56C-97C6-F688DBA9BDD9}"/>
          </ac:picMkLst>
        </pc:picChg>
        <pc:picChg chg="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picMkLst>
            <pc:docMk/>
            <pc:sldMk cId="3814577174" sldId="744"/>
            <ac:picMk id="7" creationId="{5C8FE567-53EA-FDE7-D8C4-8EEE0F6CD030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picMkLst>
            <pc:docMk/>
            <pc:sldMk cId="3814577174" sldId="744"/>
            <ac:picMk id="8" creationId="{62C83549-E58D-ECC4-CF39-5AAC090B5A5E}"/>
          </ac:picMkLst>
        </pc:picChg>
        <pc:picChg chg="add mod topLvl">
          <ac:chgData name="MAURIN Roland (SNCF VOYAGEURS / Direction TER Auv Rhône Alpes / DADPP DL CITI, KRONO)" userId="3fb4016c-6f29-4c56-8a01-31afe64b7f39" providerId="ADAL" clId="{D2153F7D-CB73-41F6-818C-2941477AAB43}" dt="2026-03-01T16:50:42.040" v="6191" actId="165"/>
          <ac:picMkLst>
            <pc:docMk/>
            <pc:sldMk cId="3814577174" sldId="744"/>
            <ac:picMk id="9" creationId="{4225E116-3485-C7C8-F42D-2FD4A6AD318F}"/>
          </ac:picMkLst>
        </pc:picChg>
      </pc:sldChg>
      <pc:sldChg chg="addSp delSp modSp add mod modTransition">
        <pc:chgData name="MAURIN Roland (SNCF VOYAGEURS / Direction TER Auv Rhône Alpes / DADPP DL CITI, KRONO)" userId="3fb4016c-6f29-4c56-8a01-31afe64b7f39" providerId="ADAL" clId="{D2153F7D-CB73-41F6-818C-2941477AAB43}" dt="2026-03-01T18:24:28.701" v="6932" actId="21"/>
        <pc:sldMkLst>
          <pc:docMk/>
          <pc:sldMk cId="1568238250" sldId="745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0:53.960" v="6572" actId="167"/>
          <ac:spMkLst>
            <pc:docMk/>
            <pc:sldMk cId="1568238250" sldId="745"/>
            <ac:spMk id="2" creationId="{74399EA9-EA03-D621-47F4-67524D2BE656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9:47:08.693" v="3171" actId="1035"/>
          <ac:spMkLst>
            <pc:docMk/>
            <pc:sldMk cId="1568238250" sldId="745"/>
            <ac:spMk id="7" creationId="{183B1E38-879C-E6A1-C03F-064F9A5F2929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19:47:12.959" v="3172" actId="1035"/>
          <ac:spMkLst>
            <pc:docMk/>
            <pc:sldMk cId="1568238250" sldId="745"/>
            <ac:spMk id="8" creationId="{9E4C2EC0-9DB2-4AC1-6E90-70AFD008453A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57.782" v="6928"/>
          <ac:spMkLst>
            <pc:docMk/>
            <pc:sldMk cId="1568238250" sldId="745"/>
            <ac:spMk id="10" creationId="{31547D0C-CE96-2D45-17C2-C541671D9C4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57.782" v="6928"/>
          <ac:spMkLst>
            <pc:docMk/>
            <pc:sldMk cId="1568238250" sldId="745"/>
            <ac:spMk id="11" creationId="{2B91C6DD-0009-0875-7C78-780BF7739704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3:57.782" v="6928"/>
          <ac:spMkLst>
            <pc:docMk/>
            <pc:sldMk cId="1568238250" sldId="745"/>
            <ac:spMk id="12" creationId="{30A5A24B-EDDF-B934-DF08-6BCB21CA0F19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20.531" v="6930"/>
          <ac:spMkLst>
            <pc:docMk/>
            <pc:sldMk cId="1568238250" sldId="745"/>
            <ac:spMk id="14" creationId="{015A0EDC-86C3-056F-4D3F-3B3F6B8F5F2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20.531" v="6930"/>
          <ac:spMkLst>
            <pc:docMk/>
            <pc:sldMk cId="1568238250" sldId="745"/>
            <ac:spMk id="17" creationId="{E0D0A49D-F290-3B18-D9A0-DC2E9B28BAE3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4:20.531" v="6930"/>
          <ac:spMkLst>
            <pc:docMk/>
            <pc:sldMk cId="1568238250" sldId="745"/>
            <ac:spMk id="18" creationId="{552D610B-94E4-0B98-5B19-D0DB886CD5CB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7:45:35.696" v="6483" actId="20577"/>
          <ac:spMkLst>
            <pc:docMk/>
            <pc:sldMk cId="1568238250" sldId="745"/>
            <ac:spMk id="51" creationId="{7D918A2E-5A58-5BF4-8E74-86F0B87FB02D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0:18:50.715" v="3733" actId="20577"/>
          <ac:spMkLst>
            <pc:docMk/>
            <pc:sldMk cId="1568238250" sldId="745"/>
            <ac:spMk id="99" creationId="{BE038C00-A9FA-9ED2-C467-73CA3DDA5633}"/>
          </ac:spMkLst>
        </pc:s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4:12.036" v="6929" actId="21"/>
          <ac:grpSpMkLst>
            <pc:docMk/>
            <pc:sldMk cId="1568238250" sldId="745"/>
            <ac:grpSpMk id="6" creationId="{6CC0A792-7EAE-E058-98F4-13210E58C5BB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3:57.782" v="6928"/>
          <ac:grpSpMkLst>
            <pc:docMk/>
            <pc:sldMk cId="1568238250" sldId="745"/>
            <ac:grpSpMk id="9" creationId="{97C1CE0F-3AF6-CA78-C13E-A7084762CDA0}"/>
          </ac:grpSpMkLst>
        </pc:gr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4:28.701" v="6932" actId="21"/>
          <ac:grpSpMkLst>
            <pc:docMk/>
            <pc:sldMk cId="1568238250" sldId="745"/>
            <ac:grpSpMk id="13" creationId="{5877E150-4FE1-754D-52E3-9B7A929BB2EF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4:20.531" v="6930"/>
          <ac:grpSpMkLst>
            <pc:docMk/>
            <pc:sldMk cId="1568238250" sldId="745"/>
            <ac:grpSpMk id="16" creationId="{0AC3C558-5C6F-864A-6DB5-B5B85CDAF293}"/>
          </ac:grpSpMkLst>
        </pc:grpChg>
      </pc:sldChg>
      <pc:sldChg chg="addSp delSp modSp add mod">
        <pc:chgData name="MAURIN Roland (SNCF VOYAGEURS / Direction TER Auv Rhône Alpes / DADPP DL CITI, KRONO)" userId="3fb4016c-6f29-4c56-8a01-31afe64b7f39" providerId="ADAL" clId="{D2153F7D-CB73-41F6-818C-2941477AAB43}" dt="2026-03-01T18:27:27.230" v="6949" actId="478"/>
        <pc:sldMkLst>
          <pc:docMk/>
          <pc:sldMk cId="576957575" sldId="746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1:08.404" v="6575"/>
          <ac:spMkLst>
            <pc:docMk/>
            <pc:sldMk cId="576957575" sldId="746"/>
            <ac:spMk id="3" creationId="{1E0F0F9A-CB82-738E-747F-88E5FE95ED5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2.266" v="6948"/>
          <ac:spMkLst>
            <pc:docMk/>
            <pc:sldMk cId="576957575" sldId="746"/>
            <ac:spMk id="5" creationId="{579DC275-A314-AC33-A8F6-52D8DE965A1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2.266" v="6948"/>
          <ac:spMkLst>
            <pc:docMk/>
            <pc:sldMk cId="576957575" sldId="746"/>
            <ac:spMk id="7" creationId="{242AD363-E89F-5C88-3E65-7A157F696371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7:22.266" v="6948"/>
          <ac:spMkLst>
            <pc:docMk/>
            <pc:sldMk cId="576957575" sldId="746"/>
            <ac:spMk id="8" creationId="{A375A738-4711-0B70-D57A-DD933AB32D50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2-27T21:12:09.600" v="4519" actId="20577"/>
          <ac:spMkLst>
            <pc:docMk/>
            <pc:sldMk cId="576957575" sldId="746"/>
            <ac:spMk id="24" creationId="{F7CAB6BB-6E17-259E-EAE0-81281FFA7777}"/>
          </ac:spMkLst>
        </pc:s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7:27.230" v="6949" actId="478"/>
          <ac:grpSpMkLst>
            <pc:docMk/>
            <pc:sldMk cId="576957575" sldId="746"/>
            <ac:grpSpMk id="4" creationId="{95AE7853-C21E-FEF4-F525-C4C5897CD642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7:22.266" v="6948"/>
          <ac:grpSpMkLst>
            <pc:docMk/>
            <pc:sldMk cId="576957575" sldId="746"/>
            <ac:grpSpMk id="6" creationId="{9FD77200-7E44-F57D-2790-2BE5D1EE3561}"/>
          </ac:grpSpMkLst>
        </pc:grp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14:16.550" v="4522" actId="14100"/>
          <ac:picMkLst>
            <pc:docMk/>
            <pc:sldMk cId="576957575" sldId="746"/>
            <ac:picMk id="2" creationId="{284A41C4-C513-BCE0-7B5C-C11DDB0A6822}"/>
          </ac:picMkLst>
        </pc:picChg>
      </pc:sldChg>
      <pc:sldChg chg="addSp delSp modSp add mod">
        <pc:chgData name="MAURIN Roland (SNCF VOYAGEURS / Direction TER Auv Rhône Alpes / DADPP DL CITI, KRONO)" userId="3fb4016c-6f29-4c56-8a01-31afe64b7f39" providerId="ADAL" clId="{D2153F7D-CB73-41F6-818C-2941477AAB43}" dt="2026-03-01T18:18:22.839" v="6899" actId="1036"/>
        <pc:sldMkLst>
          <pc:docMk/>
          <pc:sldMk cId="3976995147" sldId="747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17:05.203" v="6859" actId="14100"/>
          <ac:spMkLst>
            <pc:docMk/>
            <pc:sldMk cId="3976995147" sldId="747"/>
            <ac:spMk id="2" creationId="{A13F9C53-0537-2B08-0851-61E265F8A78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17:34.948" v="6861" actId="14100"/>
          <ac:spMkLst>
            <pc:docMk/>
            <pc:sldMk cId="3976995147" sldId="747"/>
            <ac:spMk id="3" creationId="{D40D1148-13CD-5999-6C03-F83A33DC244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17:02.166" v="6858" actId="14100"/>
          <ac:spMkLst>
            <pc:docMk/>
            <pc:sldMk cId="3976995147" sldId="747"/>
            <ac:spMk id="4" creationId="{26803524-E0DB-5265-6279-1699D8AB2C6B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18:22.839" v="6899" actId="1036"/>
          <ac:spMkLst>
            <pc:docMk/>
            <pc:sldMk cId="3976995147" sldId="747"/>
            <ac:spMk id="8" creationId="{1E357653-FA00-D426-2FF6-0C8A820AB906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14:40.441" v="6843" actId="167"/>
          <ac:spMkLst>
            <pc:docMk/>
            <pc:sldMk cId="3976995147" sldId="747"/>
            <ac:spMk id="10" creationId="{18A17F50-DE58-5178-0CBB-7CA1388FF89A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6:49.087" v="5774" actId="20577"/>
          <ac:spMkLst>
            <pc:docMk/>
            <pc:sldMk cId="3976995147" sldId="747"/>
            <ac:spMk id="14" creationId="{8E132C2B-573A-7BE7-A48F-3302D56EE4BA}"/>
          </ac:spMkLst>
        </pc:sp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17:59.553" v="6889" actId="1036"/>
          <ac:picMkLst>
            <pc:docMk/>
            <pc:sldMk cId="3976995147" sldId="747"/>
            <ac:picMk id="5" creationId="{F97E4EB9-E283-0516-9943-03578E151071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17:40.758" v="6863" actId="14100"/>
          <ac:picMkLst>
            <pc:docMk/>
            <pc:sldMk cId="3976995147" sldId="747"/>
            <ac:picMk id="6" creationId="{7CFC76CD-8E1B-455F-13FB-782C7A7E6AEC}"/>
          </ac:picMkLst>
        </pc:picChg>
      </pc:sldChg>
      <pc:sldChg chg="addSp delSp modSp add mod">
        <pc:chgData name="MAURIN Roland (SNCF VOYAGEURS / Direction TER Auv Rhône Alpes / DADPP DL CITI, KRONO)" userId="3fb4016c-6f29-4c56-8a01-31afe64b7f39" providerId="ADAL" clId="{D2153F7D-CB73-41F6-818C-2941477AAB43}" dt="2026-03-01T18:21:52.088" v="6912" actId="14100"/>
        <pc:sldMkLst>
          <pc:docMk/>
          <pc:sldMk cId="1682756284" sldId="748"/>
        </pc:sldMkLst>
        <pc:spChg chg="del">
          <ac:chgData name="MAURIN Roland (SNCF VOYAGEURS / Direction TER Auv Rhône Alpes / DADPP DL CITI, KRONO)" userId="3fb4016c-6f29-4c56-8a01-31afe64b7f39" providerId="ADAL" clId="{D2153F7D-CB73-41F6-818C-2941477AAB43}" dt="2026-03-01T14:58:17.728" v="5475" actId="478"/>
          <ac:spMkLst>
            <pc:docMk/>
            <pc:sldMk cId="1682756284" sldId="748"/>
            <ac:spMk id="3" creationId="{60DA3DEC-BCA2-5406-E666-7942D95038DB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4:58:21.629" v="5476" actId="478"/>
          <ac:spMkLst>
            <pc:docMk/>
            <pc:sldMk cId="1682756284" sldId="748"/>
            <ac:spMk id="4" creationId="{F4CBC4F3-7714-00BE-5C89-0C72AF46D91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19:49.186" v="6903" actId="14100"/>
          <ac:spMkLst>
            <pc:docMk/>
            <pc:sldMk cId="1682756284" sldId="748"/>
            <ac:spMk id="5" creationId="{94953708-C49B-8ECE-5C7A-9410D687EBD2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7:28.018" v="5803" actId="255"/>
          <ac:spMkLst>
            <pc:docMk/>
            <pc:sldMk cId="1682756284" sldId="748"/>
            <ac:spMk id="8" creationId="{F16161F7-4F11-A387-4EE5-9EE117566289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58:13.949" v="5474"/>
          <ac:spMkLst>
            <pc:docMk/>
            <pc:sldMk cId="1682756284" sldId="748"/>
            <ac:spMk id="10" creationId="{1B9D51D4-DD23-A61A-32E2-B3B9F723974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58:13.949" v="5474"/>
          <ac:spMkLst>
            <pc:docMk/>
            <pc:sldMk cId="1682756284" sldId="748"/>
            <ac:spMk id="11" creationId="{4C09521A-4CC7-95D1-E4BD-1EC928DB22A3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19:39.556" v="6902" actId="167"/>
          <ac:spMkLst>
            <pc:docMk/>
            <pc:sldMk cId="1682756284" sldId="748"/>
            <ac:spMk id="12" creationId="{08BE9069-7B99-93C1-2C1C-C23026D1BBDD}"/>
          </ac:spMkLst>
        </pc:spChg>
        <pc:grpChg chg="add mod ord">
          <ac:chgData name="MAURIN Roland (SNCF VOYAGEURS / Direction TER Auv Rhône Alpes / DADPP DL CITI, KRONO)" userId="3fb4016c-6f29-4c56-8a01-31afe64b7f39" providerId="ADAL" clId="{D2153F7D-CB73-41F6-818C-2941477AAB43}" dt="2026-03-01T18:21:24.036" v="6910" actId="1036"/>
          <ac:grpSpMkLst>
            <pc:docMk/>
            <pc:sldMk cId="1682756284" sldId="748"/>
            <ac:grpSpMk id="2" creationId="{B262016F-5808-D7E2-1576-72049A6F179C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4:58:13.949" v="5474"/>
          <ac:grpSpMkLst>
            <pc:docMk/>
            <pc:sldMk cId="1682756284" sldId="748"/>
            <ac:grpSpMk id="6" creationId="{4FA9A7EA-F8A0-320E-7FDC-5C470BB1FA39}"/>
          </ac:grpSpMkLst>
        </pc:grp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21:52.088" v="6912" actId="14100"/>
          <ac:picMkLst>
            <pc:docMk/>
            <pc:sldMk cId="1682756284" sldId="748"/>
            <ac:picMk id="7" creationId="{5BB791EF-B9EF-8671-01D1-45E8BA532E44}"/>
          </ac:picMkLst>
        </pc:picChg>
      </pc:sldChg>
      <pc:sldChg chg="addSp delSp modSp new mod modClrScheme chgLayout">
        <pc:chgData name="MAURIN Roland (SNCF VOYAGEURS / Direction TER Auv Rhône Alpes / DADPP DL CITI, KRONO)" userId="3fb4016c-6f29-4c56-8a01-31afe64b7f39" providerId="ADAL" clId="{D2153F7D-CB73-41F6-818C-2941477AAB43}" dt="2026-03-01T18:04:40.553" v="6642"/>
        <pc:sldMkLst>
          <pc:docMk/>
          <pc:sldMk cId="1006027448" sldId="749"/>
        </pc:sldMkLst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2:54.443" v="6625" actId="14100"/>
          <ac:spMkLst>
            <pc:docMk/>
            <pc:sldMk cId="1006027448" sldId="749"/>
            <ac:spMk id="2" creationId="{BACD47A4-4D98-1D7A-5A6C-ED63D565799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40.553" v="6642"/>
          <ac:spMkLst>
            <pc:docMk/>
            <pc:sldMk cId="1006027448" sldId="749"/>
            <ac:spMk id="3" creationId="{6C570455-7B8F-593C-35F8-D56E76B717A4}"/>
          </ac:spMkLst>
        </pc:sp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2:08:37.942" v="4883" actId="1036"/>
          <ac:picMkLst>
            <pc:docMk/>
            <pc:sldMk cId="1006027448" sldId="749"/>
            <ac:picMk id="9" creationId="{2AC3FE82-2F8A-FF99-8696-B4F09EBBA09B}"/>
          </ac:picMkLst>
        </pc:picChg>
      </pc:sldChg>
      <pc:sldChg chg="addSp delSp modSp new del mod">
        <pc:chgData name="MAURIN Roland (SNCF VOYAGEURS / Direction TER Auv Rhône Alpes / DADPP DL CITI, KRONO)" userId="3fb4016c-6f29-4c56-8a01-31afe64b7f39" providerId="ADAL" clId="{D2153F7D-CB73-41F6-818C-2941477AAB43}" dt="2026-03-01T15:02:15.432" v="5631" actId="47"/>
        <pc:sldMkLst>
          <pc:docMk/>
          <pc:sldMk cId="281592485" sldId="750"/>
        </pc:sldMkLst>
      </pc:sldChg>
      <pc:sldChg chg="addSp delSp modSp new mod">
        <pc:chgData name="MAURIN Roland (SNCF VOYAGEURS / Direction TER Auv Rhône Alpes / DADPP DL CITI, KRONO)" userId="3fb4016c-6f29-4c56-8a01-31afe64b7f39" providerId="ADAL" clId="{D2153F7D-CB73-41F6-818C-2941477AAB43}" dt="2026-03-01T18:04:35.777" v="6640"/>
        <pc:sldMkLst>
          <pc:docMk/>
          <pc:sldMk cId="3156041045" sldId="751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3:01.537" v="6627"/>
          <ac:spMkLst>
            <pc:docMk/>
            <pc:sldMk cId="3156041045" sldId="751"/>
            <ac:spMk id="2" creationId="{20B2134D-3506-7D6F-43A6-16D03C97A1AE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35.777" v="6640"/>
          <ac:spMkLst>
            <pc:docMk/>
            <pc:sldMk cId="3156041045" sldId="751"/>
            <ac:spMk id="3" creationId="{90AB2C46-D2EF-10ED-ACA9-AE97CB01B8F4}"/>
          </ac:spMkLst>
        </pc:spChg>
        <pc:picChg chg="add mod">
          <ac:chgData name="MAURIN Roland (SNCF VOYAGEURS / Direction TER Auv Rhône Alpes / DADPP DL CITI, KRONO)" userId="3fb4016c-6f29-4c56-8a01-31afe64b7f39" providerId="ADAL" clId="{D2153F7D-CB73-41F6-818C-2941477AAB43}" dt="2026-02-27T21:49:49.603" v="4634" actId="1076"/>
          <ac:picMkLst>
            <pc:docMk/>
            <pc:sldMk cId="3156041045" sldId="751"/>
            <ac:picMk id="7" creationId="{71999BA9-2940-7333-98AC-E5A26F865A53}"/>
          </ac:picMkLst>
        </pc:picChg>
      </pc:sldChg>
      <pc:sldChg chg="addSp delSp modSp add mod modTransition">
        <pc:chgData name="MAURIN Roland (SNCF VOYAGEURS / Direction TER Auv Rhône Alpes / DADPP DL CITI, KRONO)" userId="3fb4016c-6f29-4c56-8a01-31afe64b7f39" providerId="ADAL" clId="{D2153F7D-CB73-41F6-818C-2941477AAB43}" dt="2026-03-01T18:22:40.335" v="6918" actId="21"/>
        <pc:sldMkLst>
          <pc:docMk/>
          <pc:sldMk cId="73676946" sldId="752"/>
        </pc:sldMkLst>
        <pc:spChg chg="add mod">
          <ac:chgData name="MAURIN Roland (SNCF VOYAGEURS / Direction TER Auv Rhône Alpes / DADPP DL CITI, KRONO)" userId="3fb4016c-6f29-4c56-8a01-31afe64b7f39" providerId="ADAL" clId="{D2153F7D-CB73-41F6-818C-2941477AAB43}" dt="2026-03-01T18:22:37.642" v="6917" actId="14100"/>
          <ac:spMkLst>
            <pc:docMk/>
            <pc:sldMk cId="73676946" sldId="752"/>
            <ac:spMk id="2" creationId="{CEE41413-4313-1AF0-B214-C0F5E1F18FEF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59:46.873" v="5486"/>
          <ac:spMkLst>
            <pc:docMk/>
            <pc:sldMk cId="73676946" sldId="752"/>
            <ac:spMk id="4" creationId="{F580DFDD-B308-FAB1-4A49-72F7D0EEE782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4:59:46.873" v="5486"/>
          <ac:spMkLst>
            <pc:docMk/>
            <pc:sldMk cId="73676946" sldId="752"/>
            <ac:spMk id="5" creationId="{07C9F78B-BDB5-4153-F61C-6C398FF9B994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4:59:46.873" v="5486"/>
          <ac:spMkLst>
            <pc:docMk/>
            <pc:sldMk cId="73676946" sldId="752"/>
            <ac:spMk id="6" creationId="{638B83A4-86E0-92D7-59C9-C8BCBFB44D70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4:59:54.223" v="5493" actId="20577"/>
          <ac:spMkLst>
            <pc:docMk/>
            <pc:sldMk cId="73676946" sldId="752"/>
            <ac:spMk id="7" creationId="{150D3A89-7463-3933-309D-1013C434503B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4:59:39.843" v="5482" actId="478"/>
          <ac:spMkLst>
            <pc:docMk/>
            <pc:sldMk cId="73676946" sldId="752"/>
            <ac:spMk id="8" creationId="{3F4227B2-FD40-F9D0-B486-144063601ECC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4:59:41.589" v="5483" actId="478"/>
          <ac:spMkLst>
            <pc:docMk/>
            <pc:sldMk cId="73676946" sldId="752"/>
            <ac:spMk id="9" creationId="{F2673999-DD35-DF5E-0306-F9DB83F01DFB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4:59:43.139" v="5484" actId="478"/>
          <ac:spMkLst>
            <pc:docMk/>
            <pc:sldMk cId="73676946" sldId="752"/>
            <ac:spMk id="10" creationId="{90715A81-F328-69C2-B05A-1B676D6B85BC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4:59:44.938" v="5485" actId="478"/>
          <ac:spMkLst>
            <pc:docMk/>
            <pc:sldMk cId="73676946" sldId="752"/>
            <ac:spMk id="11" creationId="{B950364B-ADB5-7202-550C-3A402D1A8B78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4:59:46.873" v="5486"/>
          <ac:spMkLst>
            <pc:docMk/>
            <pc:sldMk cId="73676946" sldId="752"/>
            <ac:spMk id="13" creationId="{C6523453-E974-616E-1270-F30BBC18F8EE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5:00:05.244" v="5503" actId="20577"/>
          <ac:spMkLst>
            <pc:docMk/>
            <pc:sldMk cId="73676946" sldId="752"/>
            <ac:spMk id="14" creationId="{507A2A90-D745-6426-7197-C2E4E1898028}"/>
          </ac:spMkLst>
        </pc:spChg>
        <pc:spChg chg="add mod ord">
          <ac:chgData name="MAURIN Roland (SNCF VOYAGEURS / Direction TER Auv Rhône Alpes / DADPP DL CITI, KRONO)" userId="3fb4016c-6f29-4c56-8a01-31afe64b7f39" providerId="ADAL" clId="{D2153F7D-CB73-41F6-818C-2941477AAB43}" dt="2026-03-01T18:01:50.176" v="6585" actId="167"/>
          <ac:spMkLst>
            <pc:docMk/>
            <pc:sldMk cId="73676946" sldId="752"/>
            <ac:spMk id="17" creationId="{7A1BAAD2-A2BD-7689-2098-2C7ADB98A6C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44.393" v="6643"/>
          <ac:spMkLst>
            <pc:docMk/>
            <pc:sldMk cId="73676946" sldId="752"/>
            <ac:spMk id="18" creationId="{12651BDB-75BA-29C8-DBA1-26A61B3D3668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20.404" v="6913"/>
          <ac:spMkLst>
            <pc:docMk/>
            <pc:sldMk cId="73676946" sldId="752"/>
            <ac:spMk id="20" creationId="{31547D0C-CE96-2D45-17C2-C541671D9C47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20.404" v="6913"/>
          <ac:spMkLst>
            <pc:docMk/>
            <pc:sldMk cId="73676946" sldId="752"/>
            <ac:spMk id="22" creationId="{2B91C6DD-0009-0875-7C78-780BF7739704}"/>
          </ac:spMkLst>
        </pc:spChg>
        <pc:spChg chg="mod">
          <ac:chgData name="MAURIN Roland (SNCF VOYAGEURS / Direction TER Auv Rhône Alpes / DADPP DL CITI, KRONO)" userId="3fb4016c-6f29-4c56-8a01-31afe64b7f39" providerId="ADAL" clId="{D2153F7D-CB73-41F6-818C-2941477AAB43}" dt="2026-03-01T18:22:20.404" v="6913"/>
          <ac:spMkLst>
            <pc:docMk/>
            <pc:sldMk cId="73676946" sldId="752"/>
            <ac:spMk id="23" creationId="{30A5A24B-EDDF-B934-DF08-6BCB21CA0F19}"/>
          </ac:spMkLst>
        </pc:spChg>
        <pc:grpChg chg="add mod">
          <ac:chgData name="MAURIN Roland (SNCF VOYAGEURS / Direction TER Auv Rhône Alpes / DADPP DL CITI, KRONO)" userId="3fb4016c-6f29-4c56-8a01-31afe64b7f39" providerId="ADAL" clId="{D2153F7D-CB73-41F6-818C-2941477AAB43}" dt="2026-03-01T18:22:29.773" v="6915" actId="14100"/>
          <ac:grpSpMkLst>
            <pc:docMk/>
            <pc:sldMk cId="73676946" sldId="752"/>
            <ac:grpSpMk id="3" creationId="{5E130D04-DAD4-15E0-E309-54FBA37D07AD}"/>
          </ac:grpSpMkLst>
        </pc:grpChg>
        <pc:grpChg chg="add del mod">
          <ac:chgData name="MAURIN Roland (SNCF VOYAGEURS / Direction TER Auv Rhône Alpes / DADPP DL CITI, KRONO)" userId="3fb4016c-6f29-4c56-8a01-31afe64b7f39" providerId="ADAL" clId="{D2153F7D-CB73-41F6-818C-2941477AAB43}" dt="2026-03-01T18:22:40.335" v="6918" actId="21"/>
          <ac:grpSpMkLst>
            <pc:docMk/>
            <pc:sldMk cId="73676946" sldId="752"/>
            <ac:grpSpMk id="19" creationId="{6CC0A792-7EAE-E058-98F4-13210E58C5BB}"/>
          </ac:grpSpMkLst>
        </pc:grpChg>
        <pc:grpChg chg="mod">
          <ac:chgData name="MAURIN Roland (SNCF VOYAGEURS / Direction TER Auv Rhône Alpes / DADPP DL CITI, KRONO)" userId="3fb4016c-6f29-4c56-8a01-31afe64b7f39" providerId="ADAL" clId="{D2153F7D-CB73-41F6-818C-2941477AAB43}" dt="2026-03-01T18:22:20.404" v="6913"/>
          <ac:grpSpMkLst>
            <pc:docMk/>
            <pc:sldMk cId="73676946" sldId="752"/>
            <ac:grpSpMk id="21" creationId="{97C1CE0F-3AF6-CA78-C13E-A7084762CDA0}"/>
          </ac:grpSpMkLst>
        </pc:grp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3-01T15:01:06.173" v="5558" actId="20577"/>
          <ac:graphicFrameMkLst>
            <pc:docMk/>
            <pc:sldMk cId="73676946" sldId="752"/>
            <ac:graphicFrameMk id="15" creationId="{14C8EB58-CCA3-EDB2-E9A8-C4098256EF17}"/>
          </ac:graphicFrameMkLst>
        </pc:graphicFrameChg>
        <pc:graphicFrameChg chg="add mod modGraphic">
          <ac:chgData name="MAURIN Roland (SNCF VOYAGEURS / Direction TER Auv Rhône Alpes / DADPP DL CITI, KRONO)" userId="3fb4016c-6f29-4c56-8a01-31afe64b7f39" providerId="ADAL" clId="{D2153F7D-CB73-41F6-818C-2941477AAB43}" dt="2026-03-01T17:56:05.578" v="6488" actId="20577"/>
          <ac:graphicFrameMkLst>
            <pc:docMk/>
            <pc:sldMk cId="73676946" sldId="752"/>
            <ac:graphicFrameMk id="16" creationId="{5BC2C707-38C7-7B5D-16FA-B5A191E69A88}"/>
          </ac:graphicFrameMkLst>
        </pc:graphicFrameChg>
      </pc:sldChg>
      <pc:sldChg chg="addSp delSp modSp new del mod modClrScheme chgLayout">
        <pc:chgData name="MAURIN Roland (SNCF VOYAGEURS / Direction TER Auv Rhône Alpes / DADPP DL CITI, KRONO)" userId="3fb4016c-6f29-4c56-8a01-31afe64b7f39" providerId="ADAL" clId="{D2153F7D-CB73-41F6-818C-2941477AAB43}" dt="2026-03-01T17:40:36.639" v="6473" actId="2696"/>
        <pc:sldMkLst>
          <pc:docMk/>
          <pc:sldMk cId="4215143561" sldId="753"/>
        </pc:sldMkLst>
        <pc:spChg chg="del">
          <ac:chgData name="MAURIN Roland (SNCF VOYAGEURS / Direction TER Auv Rhône Alpes / DADPP DL CITI, KRONO)" userId="3fb4016c-6f29-4c56-8a01-31afe64b7f39" providerId="ADAL" clId="{D2153F7D-CB73-41F6-818C-2941477AAB43}" dt="2026-03-01T17:21:27.189" v="6302" actId="700"/>
          <ac:spMkLst>
            <pc:docMk/>
            <pc:sldMk cId="4215143561" sldId="753"/>
            <ac:spMk id="2" creationId="{722D4D01-5FD8-D44E-FB0F-336CF5091846}"/>
          </ac:spMkLst>
        </pc:spChg>
        <pc:spChg chg="del mod ord">
          <ac:chgData name="MAURIN Roland (SNCF VOYAGEURS / Direction TER Auv Rhône Alpes / DADPP DL CITI, KRONO)" userId="3fb4016c-6f29-4c56-8a01-31afe64b7f39" providerId="ADAL" clId="{D2153F7D-CB73-41F6-818C-2941477AAB43}" dt="2026-03-01T17:21:27.189" v="6302" actId="700"/>
          <ac:spMkLst>
            <pc:docMk/>
            <pc:sldMk cId="4215143561" sldId="753"/>
            <ac:spMk id="3" creationId="{E5C9105E-AF4C-D016-884A-1162434D4627}"/>
          </ac:spMkLst>
        </pc:spChg>
        <pc:spChg chg="del mod ord">
          <ac:chgData name="MAURIN Roland (SNCF VOYAGEURS / Direction TER Auv Rhône Alpes / DADPP DL CITI, KRONO)" userId="3fb4016c-6f29-4c56-8a01-31afe64b7f39" providerId="ADAL" clId="{D2153F7D-CB73-41F6-818C-2941477AAB43}" dt="2026-03-01T17:25:25.321" v="6389" actId="478"/>
          <ac:spMkLst>
            <pc:docMk/>
            <pc:sldMk cId="4215143561" sldId="753"/>
            <ac:spMk id="4" creationId="{5B562A91-F162-4743-E3D0-A60CC7CC8670}"/>
          </ac:spMkLst>
        </pc:spChg>
        <pc:spChg chg="del mod ord">
          <ac:chgData name="MAURIN Roland (SNCF VOYAGEURS / Direction TER Auv Rhône Alpes / DADPP DL CITI, KRONO)" userId="3fb4016c-6f29-4c56-8a01-31afe64b7f39" providerId="ADAL" clId="{D2153F7D-CB73-41F6-818C-2941477AAB43}" dt="2026-03-01T17:25:29.639" v="6390" actId="478"/>
          <ac:spMkLst>
            <pc:docMk/>
            <pc:sldMk cId="4215143561" sldId="753"/>
            <ac:spMk id="5" creationId="{E41C0194-1769-0BEF-01ED-6C70EADA61F4}"/>
          </ac:spMkLst>
        </pc:spChg>
        <pc:spChg chg="del mod ord">
          <ac:chgData name="MAURIN Roland (SNCF VOYAGEURS / Direction TER Auv Rhône Alpes / DADPP DL CITI, KRONO)" userId="3fb4016c-6f29-4c56-8a01-31afe64b7f39" providerId="ADAL" clId="{D2153F7D-CB73-41F6-818C-2941477AAB43}" dt="2026-03-01T17:25:38.464" v="6391" actId="478"/>
          <ac:spMkLst>
            <pc:docMk/>
            <pc:sldMk cId="4215143561" sldId="753"/>
            <ac:spMk id="6" creationId="{E57124E4-A686-B00D-F702-EB3130FBCB47}"/>
          </ac:spMkLst>
        </pc:spChg>
        <pc:spChg chg="add del mod ord">
          <ac:chgData name="MAURIN Roland (SNCF VOYAGEURS / Direction TER Auv Rhône Alpes / DADPP DL CITI, KRONO)" userId="3fb4016c-6f29-4c56-8a01-31afe64b7f39" providerId="ADAL" clId="{D2153F7D-CB73-41F6-818C-2941477AAB43}" dt="2026-03-01T17:38:22.041" v="6445" actId="21"/>
          <ac:spMkLst>
            <pc:docMk/>
            <pc:sldMk cId="4215143561" sldId="753"/>
            <ac:spMk id="7" creationId="{BD14E920-58D3-123C-A39C-719DCBBA7888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7:38:22.041" v="6445" actId="21"/>
          <ac:spMkLst>
            <pc:docMk/>
            <pc:sldMk cId="4215143561" sldId="753"/>
            <ac:spMk id="11" creationId="{510430F5-8C0D-4BE8-DD73-8FBB0072EC0C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7:35:45.626" v="6401" actId="26606"/>
          <ac:spMkLst>
            <pc:docMk/>
            <pc:sldMk cId="4215143561" sldId="753"/>
            <ac:spMk id="14" creationId="{86B89941-1643-D174-153D-5D45F982A789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7:35:45.626" v="6401" actId="26606"/>
          <ac:spMkLst>
            <pc:docMk/>
            <pc:sldMk cId="4215143561" sldId="753"/>
            <ac:spMk id="16" creationId="{B259C921-2FF6-8DE4-A74F-21B8A7AA8093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7:35:45.626" v="6401" actId="26606"/>
          <ac:spMkLst>
            <pc:docMk/>
            <pc:sldMk cId="4215143561" sldId="753"/>
            <ac:spMk id="18" creationId="{5E11E116-8FE7-BAE0-F4B9-B46336D48368}"/>
          </ac:spMkLst>
        </pc:spChg>
        <pc:picChg chg="add del mod">
          <ac:chgData name="MAURIN Roland (SNCF VOYAGEURS / Direction TER Auv Rhône Alpes / DADPP DL CITI, KRONO)" userId="3fb4016c-6f29-4c56-8a01-31afe64b7f39" providerId="ADAL" clId="{D2153F7D-CB73-41F6-818C-2941477AAB43}" dt="2026-03-01T17:38:22.041" v="6445" actId="21"/>
          <ac:picMkLst>
            <pc:docMk/>
            <pc:sldMk cId="4215143561" sldId="753"/>
            <ac:picMk id="9" creationId="{6FBF8F63-3201-20A5-82A0-1AD60A3433EC}"/>
          </ac:picMkLst>
        </pc:picChg>
      </pc:sldChg>
      <pc:sldChg chg="addSp delSp modSp add mod">
        <pc:chgData name="MAURIN Roland (SNCF VOYAGEURS / Direction TER Auv Rhône Alpes / DADPP DL CITI, KRONO)" userId="3fb4016c-6f29-4c56-8a01-31afe64b7f39" providerId="ADAL" clId="{D2153F7D-CB73-41F6-818C-2941477AAB43}" dt="2026-03-01T18:06:58.565" v="6726" actId="1037"/>
        <pc:sldMkLst>
          <pc:docMk/>
          <pc:sldMk cId="180910626" sldId="754"/>
        </pc:sldMkLst>
        <pc:s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spMkLst>
            <pc:docMk/>
            <pc:sldMk cId="180910626" sldId="754"/>
            <ac:spMk id="2" creationId="{76F33631-35C8-B20A-94E7-F8DB89069145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6:58.565" v="6726" actId="1037"/>
          <ac:spMkLst>
            <pc:docMk/>
            <pc:sldMk cId="180910626" sldId="754"/>
            <ac:spMk id="4" creationId="{BD14E920-58D3-123C-A39C-719DCBBA7888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spMkLst>
            <pc:docMk/>
            <pc:sldMk cId="180910626" sldId="754"/>
            <ac:spMk id="10" creationId="{FDB09C0E-B6AA-7E86-6F99-3EF0F479B359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spMkLst>
            <pc:docMk/>
            <pc:sldMk cId="180910626" sldId="754"/>
            <ac:spMk id="14" creationId="{7BF449BC-06B0-A9B9-DB21-264301BEDD00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spMkLst>
            <pc:docMk/>
            <pc:sldMk cId="180910626" sldId="754"/>
            <ac:spMk id="15" creationId="{6C0397A4-0DE1-0B63-3A6E-AD81335DC470}"/>
          </ac:spMkLst>
        </pc:spChg>
        <pc:s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spMkLst>
            <pc:docMk/>
            <pc:sldMk cId="180910626" sldId="754"/>
            <ac:spMk id="16" creationId="{22BB682A-F10F-5954-D045-56FF0DD8AFA8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0:07.836" v="6564"/>
          <ac:spMkLst>
            <pc:docMk/>
            <pc:sldMk cId="180910626" sldId="754"/>
            <ac:spMk id="23" creationId="{C1F93992-AAD6-E8FF-8B2E-F3005D5A0270}"/>
          </ac:spMkLst>
        </pc:spChg>
        <pc:spChg chg="add del mod">
          <ac:chgData name="MAURIN Roland (SNCF VOYAGEURS / Direction TER Auv Rhône Alpes / DADPP DL CITI, KRONO)" userId="3fb4016c-6f29-4c56-8a01-31afe64b7f39" providerId="ADAL" clId="{D2153F7D-CB73-41F6-818C-2941477AAB43}" dt="2026-03-01T18:03:57.956" v="6634" actId="478"/>
          <ac:spMkLst>
            <pc:docMk/>
            <pc:sldMk cId="180910626" sldId="754"/>
            <ac:spMk id="24" creationId="{2AE1162E-F097-7C80-E2E3-F7577EB0FCC6}"/>
          </ac:spMkLst>
        </pc:spChg>
        <pc:spChg chg="add mod">
          <ac:chgData name="MAURIN Roland (SNCF VOYAGEURS / Direction TER Auv Rhône Alpes / DADPP DL CITI, KRONO)" userId="3fb4016c-6f29-4c56-8a01-31afe64b7f39" providerId="ADAL" clId="{D2153F7D-CB73-41F6-818C-2941477AAB43}" dt="2026-03-01T18:04:53.491" v="6644"/>
          <ac:spMkLst>
            <pc:docMk/>
            <pc:sldMk cId="180910626" sldId="754"/>
            <ac:spMk id="25" creationId="{90A5A248-2211-9E0F-C515-83B38665AAF0}"/>
          </ac:spMkLst>
        </pc:spChg>
        <pc:gr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grpSpMkLst>
            <pc:docMk/>
            <pc:sldMk cId="180910626" sldId="754"/>
            <ac:grpSpMk id="7" creationId="{B5AF4892-2624-2B86-A9C7-DD8CBFE29866}"/>
          </ac:grpSpMkLst>
        </pc:grpChg>
        <pc:gr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grpSpMkLst>
            <pc:docMk/>
            <pc:sldMk cId="180910626" sldId="754"/>
            <ac:grpSpMk id="8" creationId="{826EC3D1-7C5D-615A-9BBB-E3099E0FA024}"/>
          </ac:grpSpMkLst>
        </pc:grpChg>
        <pc:grp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grpSpMkLst>
            <pc:docMk/>
            <pc:sldMk cId="180910626" sldId="754"/>
            <ac:grpSpMk id="17" creationId="{9975F0A6-8F19-8BFB-2884-557A6982E01E}"/>
          </ac:grpSpMkLst>
        </pc:grpChg>
        <pc:picChg chg="del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picMkLst>
            <pc:docMk/>
            <pc:sldMk cId="180910626" sldId="754"/>
            <ac:picMk id="3" creationId="{8EE6F579-6820-A87C-5940-4FBE4A2D56DA}"/>
          </ac:picMkLst>
        </pc:picChg>
        <pc:picChg chg="add mod">
          <ac:chgData name="MAURIN Roland (SNCF VOYAGEURS / Direction TER Auv Rhône Alpes / DADPP DL CITI, KRONO)" userId="3fb4016c-6f29-4c56-8a01-31afe64b7f39" providerId="ADAL" clId="{D2153F7D-CB73-41F6-818C-2941477AAB43}" dt="2026-03-01T18:06:58.565" v="6726" actId="1037"/>
          <ac:picMkLst>
            <pc:docMk/>
            <pc:sldMk cId="180910626" sldId="754"/>
            <ac:picMk id="22" creationId="{6FBF8F63-3201-20A5-82A0-1AD60A3433EC}"/>
          </ac:picMkLst>
        </pc:picChg>
        <pc:cxnChg chg="mod">
          <ac:chgData name="MAURIN Roland (SNCF VOYAGEURS / Direction TER Auv Rhône Alpes / DADPP DL CITI, KRONO)" userId="3fb4016c-6f29-4c56-8a01-31afe64b7f39" providerId="ADAL" clId="{D2153F7D-CB73-41F6-818C-2941477AAB43}" dt="2026-03-01T17:38:14.034" v="6444" actId="478"/>
          <ac:cxnSpMkLst>
            <pc:docMk/>
            <pc:sldMk cId="180910626" sldId="754"/>
            <ac:cxnSpMk id="11" creationId="{2AC4E1D5-1EDB-A040-2DDC-2A525A644587}"/>
          </ac:cxnSpMkLst>
        </pc:cxnChg>
      </pc:sldChg>
      <pc:sldMasterChg chg="setBg modSldLayout">
        <pc:chgData name="MAURIN Roland (SNCF VOYAGEURS / Direction TER Auv Rhône Alpes / DADPP DL CITI, KRONO)" userId="3fb4016c-6f29-4c56-8a01-31afe64b7f39" providerId="ADAL" clId="{D2153F7D-CB73-41F6-818C-2941477AAB43}" dt="2026-02-27T16:15:30.343" v="1065"/>
        <pc:sldMasterMkLst>
          <pc:docMk/>
          <pc:sldMasterMk cId="2092584481" sldId="2147483660"/>
        </pc:sldMasterMkLst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48273919" sldId="2147483662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566411070" sldId="2147483663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4292893605" sldId="2147483664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317730610" sldId="2147483665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947959399" sldId="2147483666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41551183" sldId="2147483667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336545962" sldId="2147483668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523227309" sldId="2147483670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051967342" sldId="2147483671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500345206" sldId="2147483672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102498332" sldId="2147483673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4287310478" sldId="2147483674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690957164" sldId="2147483675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594885346" sldId="2147483676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583204721" sldId="2147483677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690594757" sldId="2147483678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429556339" sldId="2147483679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214520771" sldId="2147483680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435843436" sldId="2147483684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69446970" sldId="2147483687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502504220" sldId="2147483688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026803558" sldId="2147483689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2120790833" sldId="2147483693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678987723" sldId="2147483694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488316455" sldId="2147483695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3774310989" sldId="2147483696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1387799213" sldId="2147483697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737206684" sldId="2147483698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628511013" sldId="2147483699"/>
          </pc:sldLayoutMkLst>
        </pc:sldLayoutChg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092584481" sldId="2147483660"/>
            <pc:sldLayoutMk cId="758165267" sldId="2147483708"/>
          </pc:sldLayoutMkLst>
        </pc:sldLayoutChg>
      </pc:sldMasterChg>
      <pc:sldMasterChg chg="setBg modSldLayout">
        <pc:chgData name="MAURIN Roland (SNCF VOYAGEURS / Direction TER Auv Rhône Alpes / DADPP DL CITI, KRONO)" userId="3fb4016c-6f29-4c56-8a01-31afe64b7f39" providerId="ADAL" clId="{D2153F7D-CB73-41F6-818C-2941477AAB43}" dt="2026-02-27T16:15:30.343" v="1065"/>
        <pc:sldMasterMkLst>
          <pc:docMk/>
          <pc:sldMasterMk cId="2693330216" sldId="2147484172"/>
        </pc:sldMasterMkLst>
        <pc:sldLayoutChg chg="setBg">
          <pc:chgData name="MAURIN Roland (SNCF VOYAGEURS / Direction TER Auv Rhône Alpes / DADPP DL CITI, KRONO)" userId="3fb4016c-6f29-4c56-8a01-31afe64b7f39" providerId="ADAL" clId="{D2153F7D-CB73-41F6-818C-2941477AAB43}" dt="2026-02-27T16:15:30.343" v="1065"/>
          <pc:sldLayoutMkLst>
            <pc:docMk/>
            <pc:sldMasterMk cId="2693330216" sldId="2147484172"/>
            <pc:sldLayoutMk cId="2834365717" sldId="2147484029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D12AF-CEDE-4F4B-8083-B2FAF6691A9F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06DACF-C799-441B-8B44-242FB06FAFFB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SNCF </a:t>
          </a:r>
          <a:endParaRPr lang="en-US" dirty="0"/>
        </a:p>
      </dgm:t>
    </dgm:pt>
    <dgm:pt modelId="{B128FE82-3D51-4D01-9E68-64214CB14633}" type="parTrans" cxnId="{9795D4CC-6FC9-4BFE-8063-FFF51F289EA9}">
      <dgm:prSet/>
      <dgm:spPr/>
      <dgm:t>
        <a:bodyPr/>
        <a:lstStyle/>
        <a:p>
          <a:endParaRPr lang="en-US"/>
        </a:p>
      </dgm:t>
    </dgm:pt>
    <dgm:pt modelId="{7F87DB13-36DF-4F08-A117-2FDFF3741298}" type="sibTrans" cxnId="{9795D4CC-6FC9-4BFE-8063-FFF51F289EA9}">
      <dgm:prSet/>
      <dgm:spPr/>
      <dgm:t>
        <a:bodyPr/>
        <a:lstStyle/>
        <a:p>
          <a:endParaRPr lang="en-US"/>
        </a:p>
      </dgm:t>
    </dgm:pt>
    <dgm:pt modelId="{3742A3F0-7F82-423B-A724-A25D31FACA7F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SNCF Voyageurs </a:t>
          </a:r>
          <a:endParaRPr lang="en-US" dirty="0"/>
        </a:p>
      </dgm:t>
    </dgm:pt>
    <dgm:pt modelId="{7CF91B30-B2BC-40CE-81BE-985B959A2452}" type="parTrans" cxnId="{0C57D888-7AE4-4F70-8AC7-D7CC10F0FC14}">
      <dgm:prSet/>
      <dgm:spPr/>
      <dgm:t>
        <a:bodyPr/>
        <a:lstStyle/>
        <a:p>
          <a:endParaRPr lang="en-US"/>
        </a:p>
      </dgm:t>
    </dgm:pt>
    <dgm:pt modelId="{4550E1A3-FCAA-4477-9862-42A93C802AEC}" type="sibTrans" cxnId="{0C57D888-7AE4-4F70-8AC7-D7CC10F0FC14}">
      <dgm:prSet/>
      <dgm:spPr/>
      <dgm:t>
        <a:bodyPr/>
        <a:lstStyle/>
        <a:p>
          <a:endParaRPr lang="en-US"/>
        </a:p>
      </dgm:t>
    </dgm:pt>
    <dgm:pt modelId="{92EC7E5A-E6FC-4D72-B51B-2F67C4E2606A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TER </a:t>
          </a:r>
          <a:endParaRPr lang="en-US" dirty="0"/>
        </a:p>
      </dgm:t>
    </dgm:pt>
    <dgm:pt modelId="{12FE2A68-D8C8-4853-BF6C-D84EF29F8701}" type="parTrans" cxnId="{9908342F-D458-4A0F-943B-B4B78D4797C2}">
      <dgm:prSet/>
      <dgm:spPr/>
      <dgm:t>
        <a:bodyPr/>
        <a:lstStyle/>
        <a:p>
          <a:endParaRPr lang="en-US"/>
        </a:p>
      </dgm:t>
    </dgm:pt>
    <dgm:pt modelId="{EB9C9A9B-303B-4DE2-BB8E-F61E80D608F2}" type="sibTrans" cxnId="{9908342F-D458-4A0F-943B-B4B78D4797C2}">
      <dgm:prSet/>
      <dgm:spPr/>
      <dgm:t>
        <a:bodyPr/>
        <a:lstStyle/>
        <a:p>
          <a:endParaRPr lang="en-US"/>
        </a:p>
      </dgm:t>
    </dgm:pt>
    <dgm:pt modelId="{569960DB-27F0-40DF-86C8-96B61978D96A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BU TER AURA </a:t>
          </a:r>
          <a:endParaRPr lang="en-US" dirty="0"/>
        </a:p>
      </dgm:t>
    </dgm:pt>
    <dgm:pt modelId="{EB480B23-37B0-4B66-B106-02EA2A0A61B4}" type="parTrans" cxnId="{1705B518-5A13-47EA-8361-8AFFBF888CBC}">
      <dgm:prSet/>
      <dgm:spPr/>
      <dgm:t>
        <a:bodyPr/>
        <a:lstStyle/>
        <a:p>
          <a:endParaRPr lang="en-US"/>
        </a:p>
      </dgm:t>
    </dgm:pt>
    <dgm:pt modelId="{9CAA576E-A33E-446E-8573-B7786EB2AB5D}" type="sibTrans" cxnId="{1705B518-5A13-47EA-8361-8AFFBF888CBC}">
      <dgm:prSet/>
      <dgm:spPr/>
      <dgm:t>
        <a:bodyPr/>
        <a:lstStyle/>
        <a:p>
          <a:endParaRPr lang="en-US"/>
        </a:p>
      </dgm:t>
    </dgm:pt>
    <dgm:pt modelId="{AC7B8685-F698-4B80-948F-36760EA2FC47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Département Administration du Personnel et Paie </a:t>
          </a:r>
          <a:endParaRPr lang="en-US" dirty="0"/>
        </a:p>
      </dgm:t>
    </dgm:pt>
    <dgm:pt modelId="{46EDC878-3F4C-4A6E-81D7-DD941842CEE9}" type="parTrans" cxnId="{ECF5E6EA-E90E-4F15-8E63-2D4E28CB5442}">
      <dgm:prSet/>
      <dgm:spPr/>
      <dgm:t>
        <a:bodyPr/>
        <a:lstStyle/>
        <a:p>
          <a:endParaRPr lang="en-US"/>
        </a:p>
      </dgm:t>
    </dgm:pt>
    <dgm:pt modelId="{6F907527-D5C5-46DF-9155-2A39EF2F3152}" type="sibTrans" cxnId="{ECF5E6EA-E90E-4F15-8E63-2D4E28CB5442}">
      <dgm:prSet/>
      <dgm:spPr/>
      <dgm:t>
        <a:bodyPr/>
        <a:lstStyle/>
        <a:p>
          <a:endParaRPr lang="en-US"/>
        </a:p>
      </dgm:t>
    </dgm:pt>
    <dgm:pt modelId="{89DB9B4F-0921-4FAC-A8BB-3AB02170E3F4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Directions de ligne Citi </a:t>
          </a:r>
          <a:r>
            <a:rPr lang="fr-FR" dirty="0" err="1"/>
            <a:t>Krono</a:t>
          </a:r>
          <a:endParaRPr lang="en-US" dirty="0"/>
        </a:p>
      </dgm:t>
    </dgm:pt>
    <dgm:pt modelId="{3475450F-47D5-4D5A-9A6B-174A4620483C}" type="parTrans" cxnId="{1FAF9048-A6F4-4E00-80B1-14C4715C23D3}">
      <dgm:prSet/>
      <dgm:spPr/>
      <dgm:t>
        <a:bodyPr/>
        <a:lstStyle/>
        <a:p>
          <a:endParaRPr lang="en-US"/>
        </a:p>
      </dgm:t>
    </dgm:pt>
    <dgm:pt modelId="{70753FDD-C024-47E2-8C0E-0ED0A880C225}" type="sibTrans" cxnId="{1FAF9048-A6F4-4E00-80B1-14C4715C23D3}">
      <dgm:prSet/>
      <dgm:spPr/>
      <dgm:t>
        <a:bodyPr/>
        <a:lstStyle/>
        <a:p>
          <a:endParaRPr lang="en-US"/>
        </a:p>
      </dgm:t>
    </dgm:pt>
    <dgm:pt modelId="{0A34E0A2-6DB4-4661-8070-13A8BCCEC4A2}">
      <dgm:prSet/>
      <dgm:spPr>
        <a:solidFill>
          <a:srgbClr val="0070C0"/>
        </a:solidFill>
      </dgm:spPr>
      <dgm:t>
        <a:bodyPr/>
        <a:lstStyle/>
        <a:p>
          <a:r>
            <a:rPr lang="fr-FR" dirty="0"/>
            <a:t>Direction des Ressources Humaines </a:t>
          </a:r>
          <a:endParaRPr lang="en-US" dirty="0"/>
        </a:p>
      </dgm:t>
    </dgm:pt>
    <dgm:pt modelId="{32671874-4A28-43FD-8C83-8D50B3DFAC31}" type="sibTrans" cxnId="{5A6B04E3-2487-43AD-A089-B063EECD4C7B}">
      <dgm:prSet/>
      <dgm:spPr/>
      <dgm:t>
        <a:bodyPr/>
        <a:lstStyle/>
        <a:p>
          <a:endParaRPr lang="en-US"/>
        </a:p>
      </dgm:t>
    </dgm:pt>
    <dgm:pt modelId="{5F17A61C-9113-4D55-A510-8DF767CFAFDB}" type="parTrans" cxnId="{5A6B04E3-2487-43AD-A089-B063EECD4C7B}">
      <dgm:prSet/>
      <dgm:spPr/>
      <dgm:t>
        <a:bodyPr/>
        <a:lstStyle/>
        <a:p>
          <a:endParaRPr lang="en-US"/>
        </a:p>
      </dgm:t>
    </dgm:pt>
    <dgm:pt modelId="{7FC7176E-F660-420E-913F-E021D1131944}" type="pres">
      <dgm:prSet presAssocID="{227D12AF-CEDE-4F4B-8083-B2FAF6691A9F}" presName="Name0" presStyleCnt="0">
        <dgm:presLayoutVars>
          <dgm:dir/>
          <dgm:animLvl val="lvl"/>
          <dgm:resizeHandles val="exact"/>
        </dgm:presLayoutVars>
      </dgm:prSet>
      <dgm:spPr/>
    </dgm:pt>
    <dgm:pt modelId="{56CB9A30-8C74-4E41-8E98-36BE1128B8F4}" type="pres">
      <dgm:prSet presAssocID="{5C06DACF-C799-441B-8B44-242FB06FAFFB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909D3194-A448-4820-BA1E-B68EA1700A49}" type="pres">
      <dgm:prSet presAssocID="{7F87DB13-36DF-4F08-A117-2FDFF3741298}" presName="parTxOnlySpace" presStyleCnt="0"/>
      <dgm:spPr/>
    </dgm:pt>
    <dgm:pt modelId="{8B18D02E-345D-4C6E-9EA6-2C499B685A1F}" type="pres">
      <dgm:prSet presAssocID="{3742A3F0-7F82-423B-A724-A25D31FACA7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B9AE2EB4-8BA1-40F3-87B3-23CF36685BBD}" type="pres">
      <dgm:prSet presAssocID="{4550E1A3-FCAA-4477-9862-42A93C802AEC}" presName="parTxOnlySpace" presStyleCnt="0"/>
      <dgm:spPr/>
    </dgm:pt>
    <dgm:pt modelId="{8304F5F8-85B0-4E76-BC12-99510241A7C0}" type="pres">
      <dgm:prSet presAssocID="{92EC7E5A-E6FC-4D72-B51B-2F67C4E2606A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BE28A464-E8F9-43E5-9F42-E20B2DD8C70D}" type="pres">
      <dgm:prSet presAssocID="{EB9C9A9B-303B-4DE2-BB8E-F61E80D608F2}" presName="parTxOnlySpace" presStyleCnt="0"/>
      <dgm:spPr/>
    </dgm:pt>
    <dgm:pt modelId="{BD936F9A-8178-4D5A-B4D6-67336FC9F798}" type="pres">
      <dgm:prSet presAssocID="{569960DB-27F0-40DF-86C8-96B61978D96A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02597DAE-B817-44B8-AEB6-25389F6225BB}" type="pres">
      <dgm:prSet presAssocID="{9CAA576E-A33E-446E-8573-B7786EB2AB5D}" presName="parTxOnlySpace" presStyleCnt="0"/>
      <dgm:spPr/>
    </dgm:pt>
    <dgm:pt modelId="{7FEE8DDC-1316-4B41-A536-E183BF0975E7}" type="pres">
      <dgm:prSet presAssocID="{0A34E0A2-6DB4-4661-8070-13A8BCCEC4A2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612D0BE6-20A6-4AEF-A88F-F85564D7E40A}" type="pres">
      <dgm:prSet presAssocID="{32671874-4A28-43FD-8C83-8D50B3DFAC31}" presName="parTxOnlySpace" presStyleCnt="0"/>
      <dgm:spPr/>
    </dgm:pt>
    <dgm:pt modelId="{ECC73B05-8722-406F-A56F-57E425D3153A}" type="pres">
      <dgm:prSet presAssocID="{AC7B8685-F698-4B80-948F-36760EA2FC4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DE0784A8-6903-463B-9C9D-CB3D4295FE36}" type="pres">
      <dgm:prSet presAssocID="{6F907527-D5C5-46DF-9155-2A39EF2F3152}" presName="parTxOnlySpace" presStyleCnt="0"/>
      <dgm:spPr/>
    </dgm:pt>
    <dgm:pt modelId="{9F8AA971-D708-4238-AA03-09833EFF34D3}" type="pres">
      <dgm:prSet presAssocID="{89DB9B4F-0921-4FAC-A8BB-3AB02170E3F4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0EA26113-DD2E-49DE-93E2-F93A7A6DC61D}" type="presOf" srcId="{92EC7E5A-E6FC-4D72-B51B-2F67C4E2606A}" destId="{8304F5F8-85B0-4E76-BC12-99510241A7C0}" srcOrd="0" destOrd="0" presId="urn:microsoft.com/office/officeart/2005/8/layout/chevron1"/>
    <dgm:cxn modelId="{74692F15-2668-4ECF-AA37-1A003E67C4E0}" type="presOf" srcId="{0A34E0A2-6DB4-4661-8070-13A8BCCEC4A2}" destId="{7FEE8DDC-1316-4B41-A536-E183BF0975E7}" srcOrd="0" destOrd="0" presId="urn:microsoft.com/office/officeart/2005/8/layout/chevron1"/>
    <dgm:cxn modelId="{2674D117-4127-4C89-BEC3-F5E1ABD4DBFA}" type="presOf" srcId="{3742A3F0-7F82-423B-A724-A25D31FACA7F}" destId="{8B18D02E-345D-4C6E-9EA6-2C499B685A1F}" srcOrd="0" destOrd="0" presId="urn:microsoft.com/office/officeart/2005/8/layout/chevron1"/>
    <dgm:cxn modelId="{1705B518-5A13-47EA-8361-8AFFBF888CBC}" srcId="{227D12AF-CEDE-4F4B-8083-B2FAF6691A9F}" destId="{569960DB-27F0-40DF-86C8-96B61978D96A}" srcOrd="3" destOrd="0" parTransId="{EB480B23-37B0-4B66-B106-02EA2A0A61B4}" sibTransId="{9CAA576E-A33E-446E-8573-B7786EB2AB5D}"/>
    <dgm:cxn modelId="{3F441319-9D4D-46B5-9A68-65A827C29705}" type="presOf" srcId="{89DB9B4F-0921-4FAC-A8BB-3AB02170E3F4}" destId="{9F8AA971-D708-4238-AA03-09833EFF34D3}" srcOrd="0" destOrd="0" presId="urn:microsoft.com/office/officeart/2005/8/layout/chevron1"/>
    <dgm:cxn modelId="{9908342F-D458-4A0F-943B-B4B78D4797C2}" srcId="{227D12AF-CEDE-4F4B-8083-B2FAF6691A9F}" destId="{92EC7E5A-E6FC-4D72-B51B-2F67C4E2606A}" srcOrd="2" destOrd="0" parTransId="{12FE2A68-D8C8-4853-BF6C-D84EF29F8701}" sibTransId="{EB9C9A9B-303B-4DE2-BB8E-F61E80D608F2}"/>
    <dgm:cxn modelId="{A872CE30-9CD1-4BCE-8CDE-078A48B6360D}" type="presOf" srcId="{227D12AF-CEDE-4F4B-8083-B2FAF6691A9F}" destId="{7FC7176E-F660-420E-913F-E021D1131944}" srcOrd="0" destOrd="0" presId="urn:microsoft.com/office/officeart/2005/8/layout/chevron1"/>
    <dgm:cxn modelId="{1FAF9048-A6F4-4E00-80B1-14C4715C23D3}" srcId="{227D12AF-CEDE-4F4B-8083-B2FAF6691A9F}" destId="{89DB9B4F-0921-4FAC-A8BB-3AB02170E3F4}" srcOrd="6" destOrd="0" parTransId="{3475450F-47D5-4D5A-9A6B-174A4620483C}" sibTransId="{70753FDD-C024-47E2-8C0E-0ED0A880C225}"/>
    <dgm:cxn modelId="{3BBA2C4A-65DF-4388-B5EF-63AEFF291C47}" type="presOf" srcId="{5C06DACF-C799-441B-8B44-242FB06FAFFB}" destId="{56CB9A30-8C74-4E41-8E98-36BE1128B8F4}" srcOrd="0" destOrd="0" presId="urn:microsoft.com/office/officeart/2005/8/layout/chevron1"/>
    <dgm:cxn modelId="{0C57D888-7AE4-4F70-8AC7-D7CC10F0FC14}" srcId="{227D12AF-CEDE-4F4B-8083-B2FAF6691A9F}" destId="{3742A3F0-7F82-423B-A724-A25D31FACA7F}" srcOrd="1" destOrd="0" parTransId="{7CF91B30-B2BC-40CE-81BE-985B959A2452}" sibTransId="{4550E1A3-FCAA-4477-9862-42A93C802AEC}"/>
    <dgm:cxn modelId="{8276249A-98E9-4F95-876C-B15462DCC758}" type="presOf" srcId="{569960DB-27F0-40DF-86C8-96B61978D96A}" destId="{BD936F9A-8178-4D5A-B4D6-67336FC9F798}" srcOrd="0" destOrd="0" presId="urn:microsoft.com/office/officeart/2005/8/layout/chevron1"/>
    <dgm:cxn modelId="{E2C79BA1-5A31-43D8-A2F5-1F76B3382438}" type="presOf" srcId="{AC7B8685-F698-4B80-948F-36760EA2FC47}" destId="{ECC73B05-8722-406F-A56F-57E425D3153A}" srcOrd="0" destOrd="0" presId="urn:microsoft.com/office/officeart/2005/8/layout/chevron1"/>
    <dgm:cxn modelId="{9795D4CC-6FC9-4BFE-8063-FFF51F289EA9}" srcId="{227D12AF-CEDE-4F4B-8083-B2FAF6691A9F}" destId="{5C06DACF-C799-441B-8B44-242FB06FAFFB}" srcOrd="0" destOrd="0" parTransId="{B128FE82-3D51-4D01-9E68-64214CB14633}" sibTransId="{7F87DB13-36DF-4F08-A117-2FDFF3741298}"/>
    <dgm:cxn modelId="{5A6B04E3-2487-43AD-A089-B063EECD4C7B}" srcId="{227D12AF-CEDE-4F4B-8083-B2FAF6691A9F}" destId="{0A34E0A2-6DB4-4661-8070-13A8BCCEC4A2}" srcOrd="4" destOrd="0" parTransId="{5F17A61C-9113-4D55-A510-8DF767CFAFDB}" sibTransId="{32671874-4A28-43FD-8C83-8D50B3DFAC31}"/>
    <dgm:cxn modelId="{ECF5E6EA-E90E-4F15-8E63-2D4E28CB5442}" srcId="{227D12AF-CEDE-4F4B-8083-B2FAF6691A9F}" destId="{AC7B8685-F698-4B80-948F-36760EA2FC47}" srcOrd="5" destOrd="0" parTransId="{46EDC878-3F4C-4A6E-81D7-DD941842CEE9}" sibTransId="{6F907527-D5C5-46DF-9155-2A39EF2F3152}"/>
    <dgm:cxn modelId="{08F5A592-5D8F-4E76-A60F-D6F63CDA9AAB}" type="presParOf" srcId="{7FC7176E-F660-420E-913F-E021D1131944}" destId="{56CB9A30-8C74-4E41-8E98-36BE1128B8F4}" srcOrd="0" destOrd="0" presId="urn:microsoft.com/office/officeart/2005/8/layout/chevron1"/>
    <dgm:cxn modelId="{363EA871-4BEE-4370-B079-2F0DA16B752A}" type="presParOf" srcId="{7FC7176E-F660-420E-913F-E021D1131944}" destId="{909D3194-A448-4820-BA1E-B68EA1700A49}" srcOrd="1" destOrd="0" presId="urn:microsoft.com/office/officeart/2005/8/layout/chevron1"/>
    <dgm:cxn modelId="{23B1DF7F-8658-4C0C-8789-DF61E717BC89}" type="presParOf" srcId="{7FC7176E-F660-420E-913F-E021D1131944}" destId="{8B18D02E-345D-4C6E-9EA6-2C499B685A1F}" srcOrd="2" destOrd="0" presId="urn:microsoft.com/office/officeart/2005/8/layout/chevron1"/>
    <dgm:cxn modelId="{82ADC3E2-1A42-4161-B6B3-B453A61A24A4}" type="presParOf" srcId="{7FC7176E-F660-420E-913F-E021D1131944}" destId="{B9AE2EB4-8BA1-40F3-87B3-23CF36685BBD}" srcOrd="3" destOrd="0" presId="urn:microsoft.com/office/officeart/2005/8/layout/chevron1"/>
    <dgm:cxn modelId="{81F2212E-5FA6-46BE-B914-F5E506631992}" type="presParOf" srcId="{7FC7176E-F660-420E-913F-E021D1131944}" destId="{8304F5F8-85B0-4E76-BC12-99510241A7C0}" srcOrd="4" destOrd="0" presId="urn:microsoft.com/office/officeart/2005/8/layout/chevron1"/>
    <dgm:cxn modelId="{704D4BB9-6D33-497B-A1CA-C0D7C358FEB2}" type="presParOf" srcId="{7FC7176E-F660-420E-913F-E021D1131944}" destId="{BE28A464-E8F9-43E5-9F42-E20B2DD8C70D}" srcOrd="5" destOrd="0" presId="urn:microsoft.com/office/officeart/2005/8/layout/chevron1"/>
    <dgm:cxn modelId="{40C87974-3372-45A4-8F2C-4558E24C3C26}" type="presParOf" srcId="{7FC7176E-F660-420E-913F-E021D1131944}" destId="{BD936F9A-8178-4D5A-B4D6-67336FC9F798}" srcOrd="6" destOrd="0" presId="urn:microsoft.com/office/officeart/2005/8/layout/chevron1"/>
    <dgm:cxn modelId="{B23A1BD3-886C-4C33-A0DB-A51A5C61E7E1}" type="presParOf" srcId="{7FC7176E-F660-420E-913F-E021D1131944}" destId="{02597DAE-B817-44B8-AEB6-25389F6225BB}" srcOrd="7" destOrd="0" presId="urn:microsoft.com/office/officeart/2005/8/layout/chevron1"/>
    <dgm:cxn modelId="{3B975C1F-4993-48C8-93C2-132EDD7B3F20}" type="presParOf" srcId="{7FC7176E-F660-420E-913F-E021D1131944}" destId="{7FEE8DDC-1316-4B41-A536-E183BF0975E7}" srcOrd="8" destOrd="0" presId="urn:microsoft.com/office/officeart/2005/8/layout/chevron1"/>
    <dgm:cxn modelId="{5FAEBED4-D5F6-49DE-8A78-51559659B6C3}" type="presParOf" srcId="{7FC7176E-F660-420E-913F-E021D1131944}" destId="{612D0BE6-20A6-4AEF-A88F-F85564D7E40A}" srcOrd="9" destOrd="0" presId="urn:microsoft.com/office/officeart/2005/8/layout/chevron1"/>
    <dgm:cxn modelId="{8AA487EF-39F4-40BA-BD8C-DA93D80A2A97}" type="presParOf" srcId="{7FC7176E-F660-420E-913F-E021D1131944}" destId="{ECC73B05-8722-406F-A56F-57E425D3153A}" srcOrd="10" destOrd="0" presId="urn:microsoft.com/office/officeart/2005/8/layout/chevron1"/>
    <dgm:cxn modelId="{76CF7655-53A1-4045-958D-62EAB54703B5}" type="presParOf" srcId="{7FC7176E-F660-420E-913F-E021D1131944}" destId="{DE0784A8-6903-463B-9C9D-CB3D4295FE36}" srcOrd="11" destOrd="0" presId="urn:microsoft.com/office/officeart/2005/8/layout/chevron1"/>
    <dgm:cxn modelId="{B0364BBD-D7E7-4F35-91DB-8D5713686DE6}" type="presParOf" srcId="{7FC7176E-F660-420E-913F-E021D1131944}" destId="{9F8AA971-D708-4238-AA03-09833EFF34D3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03E055-A2F0-4EF5-8AE5-ABFCDC309B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6B84BAB-E6AC-4ECF-87BA-B59617C5C04B}">
      <dgm:prSet/>
      <dgm:spPr/>
      <dgm:t>
        <a:bodyPr/>
        <a:lstStyle/>
        <a:p>
          <a:r>
            <a:rPr lang="fr-FR" dirty="0"/>
            <a:t>Entretenir et optimiser les outils existants</a:t>
          </a:r>
          <a:endParaRPr lang="en-US" dirty="0"/>
        </a:p>
      </dgm:t>
    </dgm:pt>
    <dgm:pt modelId="{D6A5864E-1C80-46A9-8418-255905358D0D}" type="parTrans" cxnId="{8A3A723A-4744-4554-A42B-3A5632C79A9B}">
      <dgm:prSet/>
      <dgm:spPr/>
      <dgm:t>
        <a:bodyPr/>
        <a:lstStyle/>
        <a:p>
          <a:endParaRPr lang="en-US"/>
        </a:p>
      </dgm:t>
    </dgm:pt>
    <dgm:pt modelId="{71D8DA60-39E1-46BA-8F87-C7E0AF737215}" type="sibTrans" cxnId="{8A3A723A-4744-4554-A42B-3A5632C79A9B}">
      <dgm:prSet/>
      <dgm:spPr/>
      <dgm:t>
        <a:bodyPr/>
        <a:lstStyle/>
        <a:p>
          <a:endParaRPr lang="en-US"/>
        </a:p>
      </dgm:t>
    </dgm:pt>
    <dgm:pt modelId="{CDB4DF27-CEB2-4926-9B70-441B3951E8FD}">
      <dgm:prSet/>
      <dgm:spPr/>
      <dgm:t>
        <a:bodyPr/>
        <a:lstStyle/>
        <a:p>
          <a:r>
            <a:rPr lang="fr-FR" dirty="0"/>
            <a:t>Construire de nouveaux outils</a:t>
          </a:r>
          <a:endParaRPr lang="en-US" dirty="0"/>
        </a:p>
      </dgm:t>
    </dgm:pt>
    <dgm:pt modelId="{9360C047-EDD1-4E77-8C12-CEA4B2AF3367}" type="parTrans" cxnId="{AF812922-3F24-4428-8D04-E7D6D0889F3E}">
      <dgm:prSet/>
      <dgm:spPr/>
      <dgm:t>
        <a:bodyPr/>
        <a:lstStyle/>
        <a:p>
          <a:endParaRPr lang="en-US"/>
        </a:p>
      </dgm:t>
    </dgm:pt>
    <dgm:pt modelId="{D065EB23-6842-4C6D-B610-E56DD7F40AF0}" type="sibTrans" cxnId="{AF812922-3F24-4428-8D04-E7D6D0889F3E}">
      <dgm:prSet/>
      <dgm:spPr/>
      <dgm:t>
        <a:bodyPr/>
        <a:lstStyle/>
        <a:p>
          <a:endParaRPr lang="en-US"/>
        </a:p>
      </dgm:t>
    </dgm:pt>
    <dgm:pt modelId="{9FA84971-798A-4B92-981E-79999C20EA2C}">
      <dgm:prSet/>
      <dgm:spPr/>
      <dgm:t>
        <a:bodyPr/>
        <a:lstStyle/>
        <a:p>
          <a:r>
            <a:rPr lang="fr-FR" dirty="0"/>
            <a:t>Répondre au besoin ad hoc </a:t>
          </a:r>
          <a:endParaRPr lang="en-US" dirty="0"/>
        </a:p>
      </dgm:t>
    </dgm:pt>
    <dgm:pt modelId="{67E3567F-7CB4-4849-83E5-5D6C4FBC13BE}" type="parTrans" cxnId="{2E4510A4-1695-422C-B43A-4EE1D87BA910}">
      <dgm:prSet/>
      <dgm:spPr/>
      <dgm:t>
        <a:bodyPr/>
        <a:lstStyle/>
        <a:p>
          <a:endParaRPr lang="en-US"/>
        </a:p>
      </dgm:t>
    </dgm:pt>
    <dgm:pt modelId="{B29E2AEA-1273-4FD1-85D6-E8407B4F2C55}" type="sibTrans" cxnId="{2E4510A4-1695-422C-B43A-4EE1D87BA910}">
      <dgm:prSet/>
      <dgm:spPr/>
      <dgm:t>
        <a:bodyPr/>
        <a:lstStyle/>
        <a:p>
          <a:endParaRPr lang="en-US"/>
        </a:p>
      </dgm:t>
    </dgm:pt>
    <dgm:pt modelId="{6B2B4E0D-3B1B-4FD8-9753-D63E395303D8}" type="pres">
      <dgm:prSet presAssocID="{9E03E055-A2F0-4EF5-8AE5-ABFCDC309B4A}" presName="root" presStyleCnt="0">
        <dgm:presLayoutVars>
          <dgm:dir/>
          <dgm:resizeHandles val="exact"/>
        </dgm:presLayoutVars>
      </dgm:prSet>
      <dgm:spPr/>
    </dgm:pt>
    <dgm:pt modelId="{23D2F736-82A0-4760-A4C9-3EEED78910CC}" type="pres">
      <dgm:prSet presAssocID="{B6B84BAB-E6AC-4ECF-87BA-B59617C5C04B}" presName="compNode" presStyleCnt="0"/>
      <dgm:spPr/>
    </dgm:pt>
    <dgm:pt modelId="{A94E0B4E-2C40-430D-B13D-81F8D15A543D}" type="pres">
      <dgm:prSet presAssocID="{B6B84BAB-E6AC-4ECF-87BA-B59617C5C0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B9F4D490-5FC7-4E36-8648-CBB4AF061EF5}" type="pres">
      <dgm:prSet presAssocID="{B6B84BAB-E6AC-4ECF-87BA-B59617C5C04B}" presName="spaceRect" presStyleCnt="0"/>
      <dgm:spPr/>
    </dgm:pt>
    <dgm:pt modelId="{517B1EF4-BDF3-437A-BCB1-FC91E9575E2F}" type="pres">
      <dgm:prSet presAssocID="{B6B84BAB-E6AC-4ECF-87BA-B59617C5C04B}" presName="textRect" presStyleLbl="revTx" presStyleIdx="0" presStyleCnt="3">
        <dgm:presLayoutVars>
          <dgm:chMax val="1"/>
          <dgm:chPref val="1"/>
        </dgm:presLayoutVars>
      </dgm:prSet>
      <dgm:spPr/>
    </dgm:pt>
    <dgm:pt modelId="{4A7BD7F5-28D5-44C8-89B0-BC6311919C67}" type="pres">
      <dgm:prSet presAssocID="{71D8DA60-39E1-46BA-8F87-C7E0AF737215}" presName="sibTrans" presStyleCnt="0"/>
      <dgm:spPr/>
    </dgm:pt>
    <dgm:pt modelId="{B33B2FF5-54C6-4CD3-B2D9-A288B5086775}" type="pres">
      <dgm:prSet presAssocID="{CDB4DF27-CEB2-4926-9B70-441B3951E8FD}" presName="compNode" presStyleCnt="0"/>
      <dgm:spPr/>
    </dgm:pt>
    <dgm:pt modelId="{9F212B10-DCDF-41A9-A391-552A927111DD}" type="pres">
      <dgm:prSet presAssocID="{CDB4DF27-CEB2-4926-9B70-441B3951E8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utils"/>
        </a:ext>
      </dgm:extLst>
    </dgm:pt>
    <dgm:pt modelId="{9F76BBF6-3162-48B1-868D-36F8745FE5B2}" type="pres">
      <dgm:prSet presAssocID="{CDB4DF27-CEB2-4926-9B70-441B3951E8FD}" presName="spaceRect" presStyleCnt="0"/>
      <dgm:spPr/>
    </dgm:pt>
    <dgm:pt modelId="{95999E79-D184-41C6-9EA5-8DCF625E71C0}" type="pres">
      <dgm:prSet presAssocID="{CDB4DF27-CEB2-4926-9B70-441B3951E8FD}" presName="textRect" presStyleLbl="revTx" presStyleIdx="1" presStyleCnt="3">
        <dgm:presLayoutVars>
          <dgm:chMax val="1"/>
          <dgm:chPref val="1"/>
        </dgm:presLayoutVars>
      </dgm:prSet>
      <dgm:spPr/>
    </dgm:pt>
    <dgm:pt modelId="{EA9F250A-5709-44BF-86F6-CFE5B62D6A92}" type="pres">
      <dgm:prSet presAssocID="{D065EB23-6842-4C6D-B610-E56DD7F40AF0}" presName="sibTrans" presStyleCnt="0"/>
      <dgm:spPr/>
    </dgm:pt>
    <dgm:pt modelId="{D55B82F9-7BE5-4045-9FA5-F98A8829E550}" type="pres">
      <dgm:prSet presAssocID="{9FA84971-798A-4B92-981E-79999C20EA2C}" presName="compNode" presStyleCnt="0"/>
      <dgm:spPr/>
    </dgm:pt>
    <dgm:pt modelId="{D0DAE639-9B4E-42CD-B825-F3B217BB8808}" type="pres">
      <dgm:prSet presAssocID="{9FA84971-798A-4B92-981E-79999C20EA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9B4A51D9-068F-4466-96B0-54F46EA34253}" type="pres">
      <dgm:prSet presAssocID="{9FA84971-798A-4B92-981E-79999C20EA2C}" presName="spaceRect" presStyleCnt="0"/>
      <dgm:spPr/>
    </dgm:pt>
    <dgm:pt modelId="{4657AB33-E582-4E4D-8CCD-ADD5852BF3D0}" type="pres">
      <dgm:prSet presAssocID="{9FA84971-798A-4B92-981E-79999C20EA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F812922-3F24-4428-8D04-E7D6D0889F3E}" srcId="{9E03E055-A2F0-4EF5-8AE5-ABFCDC309B4A}" destId="{CDB4DF27-CEB2-4926-9B70-441B3951E8FD}" srcOrd="1" destOrd="0" parTransId="{9360C047-EDD1-4E77-8C12-CEA4B2AF3367}" sibTransId="{D065EB23-6842-4C6D-B610-E56DD7F40AF0}"/>
    <dgm:cxn modelId="{8A3A723A-4744-4554-A42B-3A5632C79A9B}" srcId="{9E03E055-A2F0-4EF5-8AE5-ABFCDC309B4A}" destId="{B6B84BAB-E6AC-4ECF-87BA-B59617C5C04B}" srcOrd="0" destOrd="0" parTransId="{D6A5864E-1C80-46A9-8418-255905358D0D}" sibTransId="{71D8DA60-39E1-46BA-8F87-C7E0AF737215}"/>
    <dgm:cxn modelId="{32985049-8622-47BF-BBF8-EF4B0B72214E}" type="presOf" srcId="{9FA84971-798A-4B92-981E-79999C20EA2C}" destId="{4657AB33-E582-4E4D-8CCD-ADD5852BF3D0}" srcOrd="0" destOrd="0" presId="urn:microsoft.com/office/officeart/2018/2/layout/IconLabelList"/>
    <dgm:cxn modelId="{105FC29A-0E6D-4190-840E-71154E9B96E5}" type="presOf" srcId="{B6B84BAB-E6AC-4ECF-87BA-B59617C5C04B}" destId="{517B1EF4-BDF3-437A-BCB1-FC91E9575E2F}" srcOrd="0" destOrd="0" presId="urn:microsoft.com/office/officeart/2018/2/layout/IconLabelList"/>
    <dgm:cxn modelId="{2E4510A4-1695-422C-B43A-4EE1D87BA910}" srcId="{9E03E055-A2F0-4EF5-8AE5-ABFCDC309B4A}" destId="{9FA84971-798A-4B92-981E-79999C20EA2C}" srcOrd="2" destOrd="0" parTransId="{67E3567F-7CB4-4849-83E5-5D6C4FBC13BE}" sibTransId="{B29E2AEA-1273-4FD1-85D6-E8407B4F2C55}"/>
    <dgm:cxn modelId="{AB911ED3-1B65-48AA-ABAB-3CCB7B213CE0}" type="presOf" srcId="{9E03E055-A2F0-4EF5-8AE5-ABFCDC309B4A}" destId="{6B2B4E0D-3B1B-4FD8-9753-D63E395303D8}" srcOrd="0" destOrd="0" presId="urn:microsoft.com/office/officeart/2018/2/layout/IconLabelList"/>
    <dgm:cxn modelId="{B4CFE6F6-085C-4E04-9964-826ECACE8C87}" type="presOf" srcId="{CDB4DF27-CEB2-4926-9B70-441B3951E8FD}" destId="{95999E79-D184-41C6-9EA5-8DCF625E71C0}" srcOrd="0" destOrd="0" presId="urn:microsoft.com/office/officeart/2018/2/layout/IconLabelList"/>
    <dgm:cxn modelId="{3687E911-9F36-41B6-B901-E94106DEC098}" type="presParOf" srcId="{6B2B4E0D-3B1B-4FD8-9753-D63E395303D8}" destId="{23D2F736-82A0-4760-A4C9-3EEED78910CC}" srcOrd="0" destOrd="0" presId="urn:microsoft.com/office/officeart/2018/2/layout/IconLabelList"/>
    <dgm:cxn modelId="{0627EFE6-87FC-4922-96A4-1F97ACAAB67A}" type="presParOf" srcId="{23D2F736-82A0-4760-A4C9-3EEED78910CC}" destId="{A94E0B4E-2C40-430D-B13D-81F8D15A543D}" srcOrd="0" destOrd="0" presId="urn:microsoft.com/office/officeart/2018/2/layout/IconLabelList"/>
    <dgm:cxn modelId="{B6AA561D-4CB4-4A6D-9C65-9F4C6568AE0E}" type="presParOf" srcId="{23D2F736-82A0-4760-A4C9-3EEED78910CC}" destId="{B9F4D490-5FC7-4E36-8648-CBB4AF061EF5}" srcOrd="1" destOrd="0" presId="urn:microsoft.com/office/officeart/2018/2/layout/IconLabelList"/>
    <dgm:cxn modelId="{2433942B-788E-4FAB-9100-C333A4F11345}" type="presParOf" srcId="{23D2F736-82A0-4760-A4C9-3EEED78910CC}" destId="{517B1EF4-BDF3-437A-BCB1-FC91E9575E2F}" srcOrd="2" destOrd="0" presId="urn:microsoft.com/office/officeart/2018/2/layout/IconLabelList"/>
    <dgm:cxn modelId="{B87ED887-23FA-4C21-8398-EA8EC280512E}" type="presParOf" srcId="{6B2B4E0D-3B1B-4FD8-9753-D63E395303D8}" destId="{4A7BD7F5-28D5-44C8-89B0-BC6311919C67}" srcOrd="1" destOrd="0" presId="urn:microsoft.com/office/officeart/2018/2/layout/IconLabelList"/>
    <dgm:cxn modelId="{9CE22198-BF88-403A-98D1-978B3D04C753}" type="presParOf" srcId="{6B2B4E0D-3B1B-4FD8-9753-D63E395303D8}" destId="{B33B2FF5-54C6-4CD3-B2D9-A288B5086775}" srcOrd="2" destOrd="0" presId="urn:microsoft.com/office/officeart/2018/2/layout/IconLabelList"/>
    <dgm:cxn modelId="{70A049D1-2E10-42A7-8771-9A1C16930FF1}" type="presParOf" srcId="{B33B2FF5-54C6-4CD3-B2D9-A288B5086775}" destId="{9F212B10-DCDF-41A9-A391-552A927111DD}" srcOrd="0" destOrd="0" presId="urn:microsoft.com/office/officeart/2018/2/layout/IconLabelList"/>
    <dgm:cxn modelId="{1EBFA389-55D5-4A15-AE9D-5FA2015DA3C1}" type="presParOf" srcId="{B33B2FF5-54C6-4CD3-B2D9-A288B5086775}" destId="{9F76BBF6-3162-48B1-868D-36F8745FE5B2}" srcOrd="1" destOrd="0" presId="urn:microsoft.com/office/officeart/2018/2/layout/IconLabelList"/>
    <dgm:cxn modelId="{D38934E6-4356-47F3-8186-6A221D31121D}" type="presParOf" srcId="{B33B2FF5-54C6-4CD3-B2D9-A288B5086775}" destId="{95999E79-D184-41C6-9EA5-8DCF625E71C0}" srcOrd="2" destOrd="0" presId="urn:microsoft.com/office/officeart/2018/2/layout/IconLabelList"/>
    <dgm:cxn modelId="{60FE33F3-F75E-4DBC-8620-15B82D8D9CD7}" type="presParOf" srcId="{6B2B4E0D-3B1B-4FD8-9753-D63E395303D8}" destId="{EA9F250A-5709-44BF-86F6-CFE5B62D6A92}" srcOrd="3" destOrd="0" presId="urn:microsoft.com/office/officeart/2018/2/layout/IconLabelList"/>
    <dgm:cxn modelId="{76553E12-8123-485F-9A3A-9AA27C828B57}" type="presParOf" srcId="{6B2B4E0D-3B1B-4FD8-9753-D63E395303D8}" destId="{D55B82F9-7BE5-4045-9FA5-F98A8829E550}" srcOrd="4" destOrd="0" presId="urn:microsoft.com/office/officeart/2018/2/layout/IconLabelList"/>
    <dgm:cxn modelId="{559E89C5-9317-4FEE-95D5-BE7902F17AE4}" type="presParOf" srcId="{D55B82F9-7BE5-4045-9FA5-F98A8829E550}" destId="{D0DAE639-9B4E-42CD-B825-F3B217BB8808}" srcOrd="0" destOrd="0" presId="urn:microsoft.com/office/officeart/2018/2/layout/IconLabelList"/>
    <dgm:cxn modelId="{29CBF8B8-3CCE-41FD-9F41-3ECAB68FD67E}" type="presParOf" srcId="{D55B82F9-7BE5-4045-9FA5-F98A8829E550}" destId="{9B4A51D9-068F-4466-96B0-54F46EA34253}" srcOrd="1" destOrd="0" presId="urn:microsoft.com/office/officeart/2018/2/layout/IconLabelList"/>
    <dgm:cxn modelId="{DBF28A3A-EF90-4EF9-8769-6ACF9496ECBB}" type="presParOf" srcId="{D55B82F9-7BE5-4045-9FA5-F98A8829E550}" destId="{4657AB33-E582-4E4D-8CCD-ADD5852BF3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A478C7-6494-4388-8FA7-AC12BC4668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4B8028-8922-4408-9AAC-DF5BBC190E5D}">
      <dgm:prSet custT="1"/>
      <dgm:spPr>
        <a:xfrm>
          <a:off x="0" y="299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Répartition = nb d’agents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634B04C-98F4-4512-9A9E-DCC2E6FCB7A3}" type="par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9CE87582-D609-4EBA-BF00-DB48F64BE6E0}" type="sib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F2607D0E-00C8-4E1B-924F-C67C8496595F}">
      <dgm:prSet custT="1"/>
      <dgm:spPr>
        <a:xfrm>
          <a:off x="0" y="15122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Portefeuilles hétérogènes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BE06710-C33A-4114-8BA5-051F0944CE50}" type="par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8090E90B-1A6D-49C9-BF1F-BAD50282BA6C}" type="sib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B6A51061-597E-4E4D-933C-D2E4A287A6C5}">
      <dgm:prSet custT="1"/>
      <dgm:spPr>
        <a:xfrm>
          <a:off x="0" y="2994579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Charge réelle non objectivée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95B3619E-3004-4D37-83B7-5BF4EF54A0C5}" type="par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5546E65D-5C2E-4581-8D36-973FF3479092}" type="sib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4B0467CE-C7A6-4ABD-AA9B-B0A044F9C3C6}" type="pres">
      <dgm:prSet presAssocID="{20A478C7-6494-4388-8FA7-AC12BC466892}" presName="linear" presStyleCnt="0">
        <dgm:presLayoutVars>
          <dgm:animLvl val="lvl"/>
          <dgm:resizeHandles val="exact"/>
        </dgm:presLayoutVars>
      </dgm:prSet>
      <dgm:spPr/>
    </dgm:pt>
    <dgm:pt modelId="{443ADB45-7778-4997-B161-2066B0B79D4C}" type="pres">
      <dgm:prSet presAssocID="{624B8028-8922-4408-9AAC-DF5BBC190E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5F4BCE-2AB2-447E-9A54-EA74F9BE1587}" type="pres">
      <dgm:prSet presAssocID="{9CE87582-D609-4EBA-BF00-DB48F64BE6E0}" presName="spacer" presStyleCnt="0"/>
      <dgm:spPr/>
    </dgm:pt>
    <dgm:pt modelId="{A3AC96CD-EE43-4C97-BF4F-3415C93E6CC9}" type="pres">
      <dgm:prSet presAssocID="{F2607D0E-00C8-4E1B-924F-C67C849659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BBD5E8-B023-43F8-ACEF-6095A1F53A05}" type="pres">
      <dgm:prSet presAssocID="{8090E90B-1A6D-49C9-BF1F-BAD50282BA6C}" presName="spacer" presStyleCnt="0"/>
      <dgm:spPr/>
    </dgm:pt>
    <dgm:pt modelId="{2936452B-AAAE-4BC1-A717-F9CD35A944C1}" type="pres">
      <dgm:prSet presAssocID="{B6A51061-597E-4E4D-933C-D2E4A287A6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D24E18-5F30-4FCC-B9DC-488C55D20D09}" type="presOf" srcId="{B6A51061-597E-4E4D-933C-D2E4A287A6C5}" destId="{2936452B-AAAE-4BC1-A717-F9CD35A944C1}" srcOrd="0" destOrd="0" presId="urn:microsoft.com/office/officeart/2005/8/layout/vList2"/>
    <dgm:cxn modelId="{11F27E2B-B8E6-4644-97BF-A29F3C674C36}" type="presOf" srcId="{624B8028-8922-4408-9AAC-DF5BBC190E5D}" destId="{443ADB45-7778-4997-B161-2066B0B79D4C}" srcOrd="0" destOrd="0" presId="urn:microsoft.com/office/officeart/2005/8/layout/vList2"/>
    <dgm:cxn modelId="{FA13B174-FDC0-4DEF-ACF3-1836654B83AA}" type="presOf" srcId="{F2607D0E-00C8-4E1B-924F-C67C8496595F}" destId="{A3AC96CD-EE43-4C97-BF4F-3415C93E6CC9}" srcOrd="0" destOrd="0" presId="urn:microsoft.com/office/officeart/2005/8/layout/vList2"/>
    <dgm:cxn modelId="{5BD1B080-F253-4604-972C-EF8C5D808C33}" type="presOf" srcId="{20A478C7-6494-4388-8FA7-AC12BC466892}" destId="{4B0467CE-C7A6-4ABD-AA9B-B0A044F9C3C6}" srcOrd="0" destOrd="0" presId="urn:microsoft.com/office/officeart/2005/8/layout/vList2"/>
    <dgm:cxn modelId="{260C49A2-87A2-42C0-B57B-DA9895D13469}" srcId="{20A478C7-6494-4388-8FA7-AC12BC466892}" destId="{624B8028-8922-4408-9AAC-DF5BBC190E5D}" srcOrd="0" destOrd="0" parTransId="{1634B04C-98F4-4512-9A9E-DCC2E6FCB7A3}" sibTransId="{9CE87582-D609-4EBA-BF00-DB48F64BE6E0}"/>
    <dgm:cxn modelId="{A9BDACBC-139F-4661-BD68-F4944369F076}" srcId="{20A478C7-6494-4388-8FA7-AC12BC466892}" destId="{F2607D0E-00C8-4E1B-924F-C67C8496595F}" srcOrd="1" destOrd="0" parTransId="{3BE06710-C33A-4114-8BA5-051F0944CE50}" sibTransId="{8090E90B-1A6D-49C9-BF1F-BAD50282BA6C}"/>
    <dgm:cxn modelId="{1134D4D5-5F67-4976-9721-D33BA573C9C2}" srcId="{20A478C7-6494-4388-8FA7-AC12BC466892}" destId="{B6A51061-597E-4E4D-933C-D2E4A287A6C5}" srcOrd="2" destOrd="0" parTransId="{95B3619E-3004-4D37-83B7-5BF4EF54A0C5}" sibTransId="{5546E65D-5C2E-4581-8D36-973FF3479092}"/>
    <dgm:cxn modelId="{6656AAF9-8BF5-4B51-9D2B-E1A6514BA82E}" type="presParOf" srcId="{4B0467CE-C7A6-4ABD-AA9B-B0A044F9C3C6}" destId="{443ADB45-7778-4997-B161-2066B0B79D4C}" srcOrd="0" destOrd="0" presId="urn:microsoft.com/office/officeart/2005/8/layout/vList2"/>
    <dgm:cxn modelId="{AE9A6135-4C14-4F5B-AC68-7165DF358C0B}" type="presParOf" srcId="{4B0467CE-C7A6-4ABD-AA9B-B0A044F9C3C6}" destId="{B45F4BCE-2AB2-447E-9A54-EA74F9BE1587}" srcOrd="1" destOrd="0" presId="urn:microsoft.com/office/officeart/2005/8/layout/vList2"/>
    <dgm:cxn modelId="{39C48F51-CEE0-49AA-8A9A-893939236B45}" type="presParOf" srcId="{4B0467CE-C7A6-4ABD-AA9B-B0A044F9C3C6}" destId="{A3AC96CD-EE43-4C97-BF4F-3415C93E6CC9}" srcOrd="2" destOrd="0" presId="urn:microsoft.com/office/officeart/2005/8/layout/vList2"/>
    <dgm:cxn modelId="{E4718CFE-1349-4E6A-B5D4-3EAC8319DD99}" type="presParOf" srcId="{4B0467CE-C7A6-4ABD-AA9B-B0A044F9C3C6}" destId="{11BBD5E8-B023-43F8-ACEF-6095A1F53A05}" srcOrd="3" destOrd="0" presId="urn:microsoft.com/office/officeart/2005/8/layout/vList2"/>
    <dgm:cxn modelId="{1EF07B0A-C923-4A4A-8B10-29ED4831908F}" type="presParOf" srcId="{4B0467CE-C7A6-4ABD-AA9B-B0A044F9C3C6}" destId="{2936452B-AAAE-4BC1-A717-F9CD35A944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A478C7-6494-4388-8FA7-AC12BC4668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4B8028-8922-4408-9AAC-DF5BBC190E5D}">
      <dgm:prSet custT="1"/>
      <dgm:spPr>
        <a:xfrm>
          <a:off x="0" y="299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Absence d’indicateurs fiable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634B04C-98F4-4512-9A9E-DCC2E6FCB7A3}" type="par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9CE87582-D609-4EBA-BF00-DB48F64BE6E0}" type="sib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F2607D0E-00C8-4E1B-924F-C67C8496595F}">
      <dgm:prSet custT="1"/>
      <dgm:spPr>
        <a:xfrm>
          <a:off x="0" y="15122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Données RH brut composite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BE06710-C33A-4114-8BA5-051F0944CE50}" type="par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8090E90B-1A6D-49C9-BF1F-BAD50282BA6C}" type="sib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B6A51061-597E-4E4D-933C-D2E4A287A6C5}">
      <dgm:prSet custT="1"/>
      <dgm:spPr>
        <a:xfrm>
          <a:off x="0" y="2994579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Pas de pondération par tache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95B3619E-3004-4D37-83B7-5BF4EF54A0C5}" type="par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5546E65D-5C2E-4581-8D36-973FF3479092}" type="sib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4B0467CE-C7A6-4ABD-AA9B-B0A044F9C3C6}" type="pres">
      <dgm:prSet presAssocID="{20A478C7-6494-4388-8FA7-AC12BC466892}" presName="linear" presStyleCnt="0">
        <dgm:presLayoutVars>
          <dgm:animLvl val="lvl"/>
          <dgm:resizeHandles val="exact"/>
        </dgm:presLayoutVars>
      </dgm:prSet>
      <dgm:spPr/>
    </dgm:pt>
    <dgm:pt modelId="{443ADB45-7778-4997-B161-2066B0B79D4C}" type="pres">
      <dgm:prSet presAssocID="{624B8028-8922-4408-9AAC-DF5BBC190E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5F4BCE-2AB2-447E-9A54-EA74F9BE1587}" type="pres">
      <dgm:prSet presAssocID="{9CE87582-D609-4EBA-BF00-DB48F64BE6E0}" presName="spacer" presStyleCnt="0"/>
      <dgm:spPr/>
    </dgm:pt>
    <dgm:pt modelId="{A3AC96CD-EE43-4C97-BF4F-3415C93E6CC9}" type="pres">
      <dgm:prSet presAssocID="{F2607D0E-00C8-4E1B-924F-C67C849659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BBD5E8-B023-43F8-ACEF-6095A1F53A05}" type="pres">
      <dgm:prSet presAssocID="{8090E90B-1A6D-49C9-BF1F-BAD50282BA6C}" presName="spacer" presStyleCnt="0"/>
      <dgm:spPr/>
    </dgm:pt>
    <dgm:pt modelId="{2936452B-AAAE-4BC1-A717-F9CD35A944C1}" type="pres">
      <dgm:prSet presAssocID="{B6A51061-597E-4E4D-933C-D2E4A287A6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D24E18-5F30-4FCC-B9DC-488C55D20D09}" type="presOf" srcId="{B6A51061-597E-4E4D-933C-D2E4A287A6C5}" destId="{2936452B-AAAE-4BC1-A717-F9CD35A944C1}" srcOrd="0" destOrd="0" presId="urn:microsoft.com/office/officeart/2005/8/layout/vList2"/>
    <dgm:cxn modelId="{11F27E2B-B8E6-4644-97BF-A29F3C674C36}" type="presOf" srcId="{624B8028-8922-4408-9AAC-DF5BBC190E5D}" destId="{443ADB45-7778-4997-B161-2066B0B79D4C}" srcOrd="0" destOrd="0" presId="urn:microsoft.com/office/officeart/2005/8/layout/vList2"/>
    <dgm:cxn modelId="{FA13B174-FDC0-4DEF-ACF3-1836654B83AA}" type="presOf" srcId="{F2607D0E-00C8-4E1B-924F-C67C8496595F}" destId="{A3AC96CD-EE43-4C97-BF4F-3415C93E6CC9}" srcOrd="0" destOrd="0" presId="urn:microsoft.com/office/officeart/2005/8/layout/vList2"/>
    <dgm:cxn modelId="{5BD1B080-F253-4604-972C-EF8C5D808C33}" type="presOf" srcId="{20A478C7-6494-4388-8FA7-AC12BC466892}" destId="{4B0467CE-C7A6-4ABD-AA9B-B0A044F9C3C6}" srcOrd="0" destOrd="0" presId="urn:microsoft.com/office/officeart/2005/8/layout/vList2"/>
    <dgm:cxn modelId="{260C49A2-87A2-42C0-B57B-DA9895D13469}" srcId="{20A478C7-6494-4388-8FA7-AC12BC466892}" destId="{624B8028-8922-4408-9AAC-DF5BBC190E5D}" srcOrd="0" destOrd="0" parTransId="{1634B04C-98F4-4512-9A9E-DCC2E6FCB7A3}" sibTransId="{9CE87582-D609-4EBA-BF00-DB48F64BE6E0}"/>
    <dgm:cxn modelId="{A9BDACBC-139F-4661-BD68-F4944369F076}" srcId="{20A478C7-6494-4388-8FA7-AC12BC466892}" destId="{F2607D0E-00C8-4E1B-924F-C67C8496595F}" srcOrd="1" destOrd="0" parTransId="{3BE06710-C33A-4114-8BA5-051F0944CE50}" sibTransId="{8090E90B-1A6D-49C9-BF1F-BAD50282BA6C}"/>
    <dgm:cxn modelId="{1134D4D5-5F67-4976-9721-D33BA573C9C2}" srcId="{20A478C7-6494-4388-8FA7-AC12BC466892}" destId="{B6A51061-597E-4E4D-933C-D2E4A287A6C5}" srcOrd="2" destOrd="0" parTransId="{95B3619E-3004-4D37-83B7-5BF4EF54A0C5}" sibTransId="{5546E65D-5C2E-4581-8D36-973FF3479092}"/>
    <dgm:cxn modelId="{6656AAF9-8BF5-4B51-9D2B-E1A6514BA82E}" type="presParOf" srcId="{4B0467CE-C7A6-4ABD-AA9B-B0A044F9C3C6}" destId="{443ADB45-7778-4997-B161-2066B0B79D4C}" srcOrd="0" destOrd="0" presId="urn:microsoft.com/office/officeart/2005/8/layout/vList2"/>
    <dgm:cxn modelId="{AE9A6135-4C14-4F5B-AC68-7165DF358C0B}" type="presParOf" srcId="{4B0467CE-C7A6-4ABD-AA9B-B0A044F9C3C6}" destId="{B45F4BCE-2AB2-447E-9A54-EA74F9BE1587}" srcOrd="1" destOrd="0" presId="urn:microsoft.com/office/officeart/2005/8/layout/vList2"/>
    <dgm:cxn modelId="{39C48F51-CEE0-49AA-8A9A-893939236B45}" type="presParOf" srcId="{4B0467CE-C7A6-4ABD-AA9B-B0A044F9C3C6}" destId="{A3AC96CD-EE43-4C97-BF4F-3415C93E6CC9}" srcOrd="2" destOrd="0" presId="urn:microsoft.com/office/officeart/2005/8/layout/vList2"/>
    <dgm:cxn modelId="{E4718CFE-1349-4E6A-B5D4-3EAC8319DD99}" type="presParOf" srcId="{4B0467CE-C7A6-4ABD-AA9B-B0A044F9C3C6}" destId="{11BBD5E8-B023-43F8-ACEF-6095A1F53A05}" srcOrd="3" destOrd="0" presId="urn:microsoft.com/office/officeart/2005/8/layout/vList2"/>
    <dgm:cxn modelId="{1EF07B0A-C923-4A4A-8B10-29ED4831908F}" type="presParOf" srcId="{4B0467CE-C7A6-4ABD-AA9B-B0A044F9C3C6}" destId="{2936452B-AAAE-4BC1-A717-F9CD35A944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A478C7-6494-4388-8FA7-AC12BC4668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4B8028-8922-4408-9AAC-DF5BBC190E5D}">
      <dgm:prSet custT="1"/>
      <dgm:spPr>
        <a:xfrm>
          <a:off x="0" y="299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Analyse univariée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634B04C-98F4-4512-9A9E-DCC2E6FCB7A3}" type="par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9CE87582-D609-4EBA-BF00-DB48F64BE6E0}" type="sib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F2607D0E-00C8-4E1B-924F-C67C8496595F}">
      <dgm:prSet custT="1"/>
      <dgm:spPr>
        <a:xfrm>
          <a:off x="0" y="15122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Granularité réduite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BE06710-C33A-4114-8BA5-051F0944CE50}" type="par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8090E90B-1A6D-49C9-BF1F-BAD50282BA6C}" type="sib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B6A51061-597E-4E4D-933C-D2E4A287A6C5}">
      <dgm:prSet custT="1"/>
      <dgm:spPr>
        <a:xfrm>
          <a:off x="0" y="2994579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60% de recouvrement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95B3619E-3004-4D37-83B7-5BF4EF54A0C5}" type="par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5546E65D-5C2E-4581-8D36-973FF3479092}" type="sib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4B0467CE-C7A6-4ABD-AA9B-B0A044F9C3C6}" type="pres">
      <dgm:prSet presAssocID="{20A478C7-6494-4388-8FA7-AC12BC466892}" presName="linear" presStyleCnt="0">
        <dgm:presLayoutVars>
          <dgm:animLvl val="lvl"/>
          <dgm:resizeHandles val="exact"/>
        </dgm:presLayoutVars>
      </dgm:prSet>
      <dgm:spPr/>
    </dgm:pt>
    <dgm:pt modelId="{443ADB45-7778-4997-B161-2066B0B79D4C}" type="pres">
      <dgm:prSet presAssocID="{624B8028-8922-4408-9AAC-DF5BBC190E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5F4BCE-2AB2-447E-9A54-EA74F9BE1587}" type="pres">
      <dgm:prSet presAssocID="{9CE87582-D609-4EBA-BF00-DB48F64BE6E0}" presName="spacer" presStyleCnt="0"/>
      <dgm:spPr/>
    </dgm:pt>
    <dgm:pt modelId="{A3AC96CD-EE43-4C97-BF4F-3415C93E6CC9}" type="pres">
      <dgm:prSet presAssocID="{F2607D0E-00C8-4E1B-924F-C67C849659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BBD5E8-B023-43F8-ACEF-6095A1F53A05}" type="pres">
      <dgm:prSet presAssocID="{8090E90B-1A6D-49C9-BF1F-BAD50282BA6C}" presName="spacer" presStyleCnt="0"/>
      <dgm:spPr/>
    </dgm:pt>
    <dgm:pt modelId="{2936452B-AAAE-4BC1-A717-F9CD35A944C1}" type="pres">
      <dgm:prSet presAssocID="{B6A51061-597E-4E4D-933C-D2E4A287A6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D24E18-5F30-4FCC-B9DC-488C55D20D09}" type="presOf" srcId="{B6A51061-597E-4E4D-933C-D2E4A287A6C5}" destId="{2936452B-AAAE-4BC1-A717-F9CD35A944C1}" srcOrd="0" destOrd="0" presId="urn:microsoft.com/office/officeart/2005/8/layout/vList2"/>
    <dgm:cxn modelId="{11F27E2B-B8E6-4644-97BF-A29F3C674C36}" type="presOf" srcId="{624B8028-8922-4408-9AAC-DF5BBC190E5D}" destId="{443ADB45-7778-4997-B161-2066B0B79D4C}" srcOrd="0" destOrd="0" presId="urn:microsoft.com/office/officeart/2005/8/layout/vList2"/>
    <dgm:cxn modelId="{FA13B174-FDC0-4DEF-ACF3-1836654B83AA}" type="presOf" srcId="{F2607D0E-00C8-4E1B-924F-C67C8496595F}" destId="{A3AC96CD-EE43-4C97-BF4F-3415C93E6CC9}" srcOrd="0" destOrd="0" presId="urn:microsoft.com/office/officeart/2005/8/layout/vList2"/>
    <dgm:cxn modelId="{5BD1B080-F253-4604-972C-EF8C5D808C33}" type="presOf" srcId="{20A478C7-6494-4388-8FA7-AC12BC466892}" destId="{4B0467CE-C7A6-4ABD-AA9B-B0A044F9C3C6}" srcOrd="0" destOrd="0" presId="urn:microsoft.com/office/officeart/2005/8/layout/vList2"/>
    <dgm:cxn modelId="{260C49A2-87A2-42C0-B57B-DA9895D13469}" srcId="{20A478C7-6494-4388-8FA7-AC12BC466892}" destId="{624B8028-8922-4408-9AAC-DF5BBC190E5D}" srcOrd="0" destOrd="0" parTransId="{1634B04C-98F4-4512-9A9E-DCC2E6FCB7A3}" sibTransId="{9CE87582-D609-4EBA-BF00-DB48F64BE6E0}"/>
    <dgm:cxn modelId="{A9BDACBC-139F-4661-BD68-F4944369F076}" srcId="{20A478C7-6494-4388-8FA7-AC12BC466892}" destId="{F2607D0E-00C8-4E1B-924F-C67C8496595F}" srcOrd="1" destOrd="0" parTransId="{3BE06710-C33A-4114-8BA5-051F0944CE50}" sibTransId="{8090E90B-1A6D-49C9-BF1F-BAD50282BA6C}"/>
    <dgm:cxn modelId="{1134D4D5-5F67-4976-9721-D33BA573C9C2}" srcId="{20A478C7-6494-4388-8FA7-AC12BC466892}" destId="{B6A51061-597E-4E4D-933C-D2E4A287A6C5}" srcOrd="2" destOrd="0" parTransId="{95B3619E-3004-4D37-83B7-5BF4EF54A0C5}" sibTransId="{5546E65D-5C2E-4581-8D36-973FF3479092}"/>
    <dgm:cxn modelId="{6656AAF9-8BF5-4B51-9D2B-E1A6514BA82E}" type="presParOf" srcId="{4B0467CE-C7A6-4ABD-AA9B-B0A044F9C3C6}" destId="{443ADB45-7778-4997-B161-2066B0B79D4C}" srcOrd="0" destOrd="0" presId="urn:microsoft.com/office/officeart/2005/8/layout/vList2"/>
    <dgm:cxn modelId="{AE9A6135-4C14-4F5B-AC68-7165DF358C0B}" type="presParOf" srcId="{4B0467CE-C7A6-4ABD-AA9B-B0A044F9C3C6}" destId="{B45F4BCE-2AB2-447E-9A54-EA74F9BE1587}" srcOrd="1" destOrd="0" presId="urn:microsoft.com/office/officeart/2005/8/layout/vList2"/>
    <dgm:cxn modelId="{39C48F51-CEE0-49AA-8A9A-893939236B45}" type="presParOf" srcId="{4B0467CE-C7A6-4ABD-AA9B-B0A044F9C3C6}" destId="{A3AC96CD-EE43-4C97-BF4F-3415C93E6CC9}" srcOrd="2" destOrd="0" presId="urn:microsoft.com/office/officeart/2005/8/layout/vList2"/>
    <dgm:cxn modelId="{E4718CFE-1349-4E6A-B5D4-3EAC8319DD99}" type="presParOf" srcId="{4B0467CE-C7A6-4ABD-AA9B-B0A044F9C3C6}" destId="{11BBD5E8-B023-43F8-ACEF-6095A1F53A05}" srcOrd="3" destOrd="0" presId="urn:microsoft.com/office/officeart/2005/8/layout/vList2"/>
    <dgm:cxn modelId="{1EF07B0A-C923-4A4A-8B10-29ED4831908F}" type="presParOf" srcId="{4B0467CE-C7A6-4ABD-AA9B-B0A044F9C3C6}" destId="{2936452B-AAAE-4BC1-A717-F9CD35A944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A478C7-6494-4388-8FA7-AC12BC4668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4B8028-8922-4408-9AAC-DF5BBC190E5D}">
      <dgm:prSet custT="1"/>
      <dgm:spPr>
        <a:xfrm>
          <a:off x="0" y="299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Statistiques avancées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634B04C-98F4-4512-9A9E-DCC2E6FCB7A3}" type="par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9CE87582-D609-4EBA-BF00-DB48F64BE6E0}" type="sibTrans" cxnId="{260C49A2-87A2-42C0-B57B-DA9895D13469}">
      <dgm:prSet/>
      <dgm:spPr/>
      <dgm:t>
        <a:bodyPr/>
        <a:lstStyle/>
        <a:p>
          <a:pPr algn="ctr"/>
          <a:endParaRPr lang="en-US" sz="1800"/>
        </a:p>
      </dgm:t>
    </dgm:pt>
    <dgm:pt modelId="{F2607D0E-00C8-4E1B-924F-C67C8496595F}">
      <dgm:prSet custT="1"/>
      <dgm:spPr>
        <a:xfrm>
          <a:off x="0" y="1512278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Tableau Power BI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BE06710-C33A-4114-8BA5-051F0944CE50}" type="par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8090E90B-1A6D-49C9-BF1F-BAD50282BA6C}" type="sibTrans" cxnId="{A9BDACBC-139F-4661-BD68-F4944369F076}">
      <dgm:prSet/>
      <dgm:spPr/>
      <dgm:t>
        <a:bodyPr/>
        <a:lstStyle/>
        <a:p>
          <a:pPr algn="ctr"/>
          <a:endParaRPr lang="en-US" sz="1800"/>
        </a:p>
      </dgm:t>
    </dgm:pt>
    <dgm:pt modelId="{B6A51061-597E-4E4D-933C-D2E4A287A6C5}">
      <dgm:prSet custT="1"/>
      <dgm:spPr>
        <a:xfrm>
          <a:off x="0" y="2994579"/>
          <a:ext cx="10515600" cy="1326779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fr-FR" sz="18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Outil opérationnel Excel</a:t>
          </a:r>
          <a:endParaRPr lang="en-US" sz="18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95B3619E-3004-4D37-83B7-5BF4EF54A0C5}" type="par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5546E65D-5C2E-4581-8D36-973FF3479092}" type="sibTrans" cxnId="{1134D4D5-5F67-4976-9721-D33BA573C9C2}">
      <dgm:prSet/>
      <dgm:spPr/>
      <dgm:t>
        <a:bodyPr/>
        <a:lstStyle/>
        <a:p>
          <a:pPr algn="ctr"/>
          <a:endParaRPr lang="en-US" sz="1800"/>
        </a:p>
      </dgm:t>
    </dgm:pt>
    <dgm:pt modelId="{4B0467CE-C7A6-4ABD-AA9B-B0A044F9C3C6}" type="pres">
      <dgm:prSet presAssocID="{20A478C7-6494-4388-8FA7-AC12BC466892}" presName="linear" presStyleCnt="0">
        <dgm:presLayoutVars>
          <dgm:animLvl val="lvl"/>
          <dgm:resizeHandles val="exact"/>
        </dgm:presLayoutVars>
      </dgm:prSet>
      <dgm:spPr/>
    </dgm:pt>
    <dgm:pt modelId="{443ADB45-7778-4997-B161-2066B0B79D4C}" type="pres">
      <dgm:prSet presAssocID="{624B8028-8922-4408-9AAC-DF5BBC190E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5F4BCE-2AB2-447E-9A54-EA74F9BE1587}" type="pres">
      <dgm:prSet presAssocID="{9CE87582-D609-4EBA-BF00-DB48F64BE6E0}" presName="spacer" presStyleCnt="0"/>
      <dgm:spPr/>
    </dgm:pt>
    <dgm:pt modelId="{A3AC96CD-EE43-4C97-BF4F-3415C93E6CC9}" type="pres">
      <dgm:prSet presAssocID="{F2607D0E-00C8-4E1B-924F-C67C849659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BBD5E8-B023-43F8-ACEF-6095A1F53A05}" type="pres">
      <dgm:prSet presAssocID="{8090E90B-1A6D-49C9-BF1F-BAD50282BA6C}" presName="spacer" presStyleCnt="0"/>
      <dgm:spPr/>
    </dgm:pt>
    <dgm:pt modelId="{2936452B-AAAE-4BC1-A717-F9CD35A944C1}" type="pres">
      <dgm:prSet presAssocID="{B6A51061-597E-4E4D-933C-D2E4A287A6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D24E18-5F30-4FCC-B9DC-488C55D20D09}" type="presOf" srcId="{B6A51061-597E-4E4D-933C-D2E4A287A6C5}" destId="{2936452B-AAAE-4BC1-A717-F9CD35A944C1}" srcOrd="0" destOrd="0" presId="urn:microsoft.com/office/officeart/2005/8/layout/vList2"/>
    <dgm:cxn modelId="{11F27E2B-B8E6-4644-97BF-A29F3C674C36}" type="presOf" srcId="{624B8028-8922-4408-9AAC-DF5BBC190E5D}" destId="{443ADB45-7778-4997-B161-2066B0B79D4C}" srcOrd="0" destOrd="0" presId="urn:microsoft.com/office/officeart/2005/8/layout/vList2"/>
    <dgm:cxn modelId="{FA13B174-FDC0-4DEF-ACF3-1836654B83AA}" type="presOf" srcId="{F2607D0E-00C8-4E1B-924F-C67C8496595F}" destId="{A3AC96CD-EE43-4C97-BF4F-3415C93E6CC9}" srcOrd="0" destOrd="0" presId="urn:microsoft.com/office/officeart/2005/8/layout/vList2"/>
    <dgm:cxn modelId="{5BD1B080-F253-4604-972C-EF8C5D808C33}" type="presOf" srcId="{20A478C7-6494-4388-8FA7-AC12BC466892}" destId="{4B0467CE-C7A6-4ABD-AA9B-B0A044F9C3C6}" srcOrd="0" destOrd="0" presId="urn:microsoft.com/office/officeart/2005/8/layout/vList2"/>
    <dgm:cxn modelId="{260C49A2-87A2-42C0-B57B-DA9895D13469}" srcId="{20A478C7-6494-4388-8FA7-AC12BC466892}" destId="{624B8028-8922-4408-9AAC-DF5BBC190E5D}" srcOrd="0" destOrd="0" parTransId="{1634B04C-98F4-4512-9A9E-DCC2E6FCB7A3}" sibTransId="{9CE87582-D609-4EBA-BF00-DB48F64BE6E0}"/>
    <dgm:cxn modelId="{A9BDACBC-139F-4661-BD68-F4944369F076}" srcId="{20A478C7-6494-4388-8FA7-AC12BC466892}" destId="{F2607D0E-00C8-4E1B-924F-C67C8496595F}" srcOrd="1" destOrd="0" parTransId="{3BE06710-C33A-4114-8BA5-051F0944CE50}" sibTransId="{8090E90B-1A6D-49C9-BF1F-BAD50282BA6C}"/>
    <dgm:cxn modelId="{1134D4D5-5F67-4976-9721-D33BA573C9C2}" srcId="{20A478C7-6494-4388-8FA7-AC12BC466892}" destId="{B6A51061-597E-4E4D-933C-D2E4A287A6C5}" srcOrd="2" destOrd="0" parTransId="{95B3619E-3004-4D37-83B7-5BF4EF54A0C5}" sibTransId="{5546E65D-5C2E-4581-8D36-973FF3479092}"/>
    <dgm:cxn modelId="{6656AAF9-8BF5-4B51-9D2B-E1A6514BA82E}" type="presParOf" srcId="{4B0467CE-C7A6-4ABD-AA9B-B0A044F9C3C6}" destId="{443ADB45-7778-4997-B161-2066B0B79D4C}" srcOrd="0" destOrd="0" presId="urn:microsoft.com/office/officeart/2005/8/layout/vList2"/>
    <dgm:cxn modelId="{AE9A6135-4C14-4F5B-AC68-7165DF358C0B}" type="presParOf" srcId="{4B0467CE-C7A6-4ABD-AA9B-B0A044F9C3C6}" destId="{B45F4BCE-2AB2-447E-9A54-EA74F9BE1587}" srcOrd="1" destOrd="0" presId="urn:microsoft.com/office/officeart/2005/8/layout/vList2"/>
    <dgm:cxn modelId="{39C48F51-CEE0-49AA-8A9A-893939236B45}" type="presParOf" srcId="{4B0467CE-C7A6-4ABD-AA9B-B0A044F9C3C6}" destId="{A3AC96CD-EE43-4C97-BF4F-3415C93E6CC9}" srcOrd="2" destOrd="0" presId="urn:microsoft.com/office/officeart/2005/8/layout/vList2"/>
    <dgm:cxn modelId="{E4718CFE-1349-4E6A-B5D4-3EAC8319DD99}" type="presParOf" srcId="{4B0467CE-C7A6-4ABD-AA9B-B0A044F9C3C6}" destId="{11BBD5E8-B023-43F8-ACEF-6095A1F53A05}" srcOrd="3" destOrd="0" presId="urn:microsoft.com/office/officeart/2005/8/layout/vList2"/>
    <dgm:cxn modelId="{1EF07B0A-C923-4A4A-8B10-29ED4831908F}" type="presParOf" srcId="{4B0467CE-C7A6-4ABD-AA9B-B0A044F9C3C6}" destId="{2936452B-AAAE-4BC1-A717-F9CD35A944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B9A30-8C74-4E41-8E98-36BE1128B8F4}">
      <dsp:nvSpPr>
        <dsp:cNvPr id="0" name=""/>
        <dsp:cNvSpPr/>
      </dsp:nvSpPr>
      <dsp:spPr>
        <a:xfrm>
          <a:off x="0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SNCF </a:t>
          </a:r>
          <a:endParaRPr lang="en-US" sz="1000" kern="1200" dirty="0"/>
        </a:p>
      </dsp:txBody>
      <dsp:txXfrm>
        <a:off x="313733" y="475013"/>
        <a:ext cx="941201" cy="627466"/>
      </dsp:txXfrm>
    </dsp:sp>
    <dsp:sp modelId="{8B18D02E-345D-4C6E-9EA6-2C499B685A1F}">
      <dsp:nvSpPr>
        <dsp:cNvPr id="0" name=""/>
        <dsp:cNvSpPr/>
      </dsp:nvSpPr>
      <dsp:spPr>
        <a:xfrm>
          <a:off x="1411800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SNCF Voyageurs </a:t>
          </a:r>
          <a:endParaRPr lang="en-US" sz="1000" kern="1200" dirty="0"/>
        </a:p>
      </dsp:txBody>
      <dsp:txXfrm>
        <a:off x="1725533" y="475013"/>
        <a:ext cx="941201" cy="627466"/>
      </dsp:txXfrm>
    </dsp:sp>
    <dsp:sp modelId="{8304F5F8-85B0-4E76-BC12-99510241A7C0}">
      <dsp:nvSpPr>
        <dsp:cNvPr id="0" name=""/>
        <dsp:cNvSpPr/>
      </dsp:nvSpPr>
      <dsp:spPr>
        <a:xfrm>
          <a:off x="2823601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TER </a:t>
          </a:r>
          <a:endParaRPr lang="en-US" sz="1000" kern="1200" dirty="0"/>
        </a:p>
      </dsp:txBody>
      <dsp:txXfrm>
        <a:off x="3137334" y="475013"/>
        <a:ext cx="941201" cy="627466"/>
      </dsp:txXfrm>
    </dsp:sp>
    <dsp:sp modelId="{BD936F9A-8178-4D5A-B4D6-67336FC9F798}">
      <dsp:nvSpPr>
        <dsp:cNvPr id="0" name=""/>
        <dsp:cNvSpPr/>
      </dsp:nvSpPr>
      <dsp:spPr>
        <a:xfrm>
          <a:off x="4235402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BU TER AURA </a:t>
          </a:r>
          <a:endParaRPr lang="en-US" sz="1000" kern="1200" dirty="0"/>
        </a:p>
      </dsp:txBody>
      <dsp:txXfrm>
        <a:off x="4549135" y="475013"/>
        <a:ext cx="941201" cy="627466"/>
      </dsp:txXfrm>
    </dsp:sp>
    <dsp:sp modelId="{7FEE8DDC-1316-4B41-A536-E183BF0975E7}">
      <dsp:nvSpPr>
        <dsp:cNvPr id="0" name=""/>
        <dsp:cNvSpPr/>
      </dsp:nvSpPr>
      <dsp:spPr>
        <a:xfrm>
          <a:off x="5647202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Direction des Ressources Humaines </a:t>
          </a:r>
          <a:endParaRPr lang="en-US" sz="1000" kern="1200" dirty="0"/>
        </a:p>
      </dsp:txBody>
      <dsp:txXfrm>
        <a:off x="5960935" y="475013"/>
        <a:ext cx="941201" cy="627466"/>
      </dsp:txXfrm>
    </dsp:sp>
    <dsp:sp modelId="{ECC73B05-8722-406F-A56F-57E425D3153A}">
      <dsp:nvSpPr>
        <dsp:cNvPr id="0" name=""/>
        <dsp:cNvSpPr/>
      </dsp:nvSpPr>
      <dsp:spPr>
        <a:xfrm>
          <a:off x="7059003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Département Administration du Personnel et Paie </a:t>
          </a:r>
          <a:endParaRPr lang="en-US" sz="1000" kern="1200" dirty="0"/>
        </a:p>
      </dsp:txBody>
      <dsp:txXfrm>
        <a:off x="7372736" y="475013"/>
        <a:ext cx="941201" cy="627466"/>
      </dsp:txXfrm>
    </dsp:sp>
    <dsp:sp modelId="{9F8AA971-D708-4238-AA03-09833EFF34D3}">
      <dsp:nvSpPr>
        <dsp:cNvPr id="0" name=""/>
        <dsp:cNvSpPr/>
      </dsp:nvSpPr>
      <dsp:spPr>
        <a:xfrm>
          <a:off x="8470804" y="475013"/>
          <a:ext cx="1568667" cy="627466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Directions de ligne Citi </a:t>
          </a:r>
          <a:r>
            <a:rPr lang="fr-FR" sz="1000" kern="1200" dirty="0" err="1"/>
            <a:t>Krono</a:t>
          </a:r>
          <a:endParaRPr lang="en-US" sz="1000" kern="1200" dirty="0"/>
        </a:p>
      </dsp:txBody>
      <dsp:txXfrm>
        <a:off x="8784537" y="475013"/>
        <a:ext cx="941201" cy="627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E0B4E-2C40-430D-B13D-81F8D15A543D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B1EF4-BDF3-437A-BCB1-FC91E9575E2F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Entretenir et optimiser les outils existants</a:t>
          </a:r>
          <a:endParaRPr lang="en-US" sz="2500" kern="1200" dirty="0"/>
        </a:p>
      </dsp:txBody>
      <dsp:txXfrm>
        <a:off x="59990" y="2654049"/>
        <a:ext cx="3226223" cy="720000"/>
      </dsp:txXfrm>
    </dsp:sp>
    <dsp:sp modelId="{9F212B10-DCDF-41A9-A391-552A927111DD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99E79-D184-41C6-9EA5-8DCF625E71C0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Construire de nouveaux outils</a:t>
          </a:r>
          <a:endParaRPr lang="en-US" sz="2500" kern="1200" dirty="0"/>
        </a:p>
      </dsp:txBody>
      <dsp:txXfrm>
        <a:off x="3850802" y="2654049"/>
        <a:ext cx="3226223" cy="720000"/>
      </dsp:txXfrm>
    </dsp:sp>
    <dsp:sp modelId="{D0DAE639-9B4E-42CD-B825-F3B217BB8808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57AB33-E582-4E4D-8CCD-ADD5852BF3D0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Répondre au besoin ad hoc </a:t>
          </a:r>
          <a:endParaRPr lang="en-US" sz="2500" kern="1200" dirty="0"/>
        </a:p>
      </dsp:txBody>
      <dsp:txXfrm>
        <a:off x="7641615" y="2654049"/>
        <a:ext cx="322622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DB45-7778-4997-B161-2066B0B79D4C}">
      <dsp:nvSpPr>
        <dsp:cNvPr id="0" name=""/>
        <dsp:cNvSpPr/>
      </dsp:nvSpPr>
      <dsp:spPr>
        <a:xfrm>
          <a:off x="0" y="252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Répartition = nb d’agents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63671"/>
        <a:ext cx="4601022" cy="709478"/>
      </dsp:txXfrm>
    </dsp:sp>
    <dsp:sp modelId="{A3AC96CD-EE43-4C97-BF4F-3415C93E6CC9}">
      <dsp:nvSpPr>
        <dsp:cNvPr id="0" name=""/>
        <dsp:cNvSpPr/>
      </dsp:nvSpPr>
      <dsp:spPr>
        <a:xfrm>
          <a:off x="0" y="9324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Portefeuilles hétérogènes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970871"/>
        <a:ext cx="4601022" cy="709478"/>
      </dsp:txXfrm>
    </dsp:sp>
    <dsp:sp modelId="{2936452B-AAAE-4BC1-A717-F9CD35A944C1}">
      <dsp:nvSpPr>
        <dsp:cNvPr id="0" name=""/>
        <dsp:cNvSpPr/>
      </dsp:nvSpPr>
      <dsp:spPr>
        <a:xfrm>
          <a:off x="0" y="18396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Charge réelle non objectivée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1878071"/>
        <a:ext cx="4601022" cy="7094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DB45-7778-4997-B161-2066B0B79D4C}">
      <dsp:nvSpPr>
        <dsp:cNvPr id="0" name=""/>
        <dsp:cNvSpPr/>
      </dsp:nvSpPr>
      <dsp:spPr>
        <a:xfrm>
          <a:off x="0" y="252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Absence d’indicateurs fiable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63671"/>
        <a:ext cx="4601022" cy="709478"/>
      </dsp:txXfrm>
    </dsp:sp>
    <dsp:sp modelId="{A3AC96CD-EE43-4C97-BF4F-3415C93E6CC9}">
      <dsp:nvSpPr>
        <dsp:cNvPr id="0" name=""/>
        <dsp:cNvSpPr/>
      </dsp:nvSpPr>
      <dsp:spPr>
        <a:xfrm>
          <a:off x="0" y="9324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Données RH brut composite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970871"/>
        <a:ext cx="4601022" cy="709478"/>
      </dsp:txXfrm>
    </dsp:sp>
    <dsp:sp modelId="{2936452B-AAAE-4BC1-A717-F9CD35A944C1}">
      <dsp:nvSpPr>
        <dsp:cNvPr id="0" name=""/>
        <dsp:cNvSpPr/>
      </dsp:nvSpPr>
      <dsp:spPr>
        <a:xfrm>
          <a:off x="0" y="18396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Pas de pondération par tache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1878071"/>
        <a:ext cx="4601022" cy="7094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DB45-7778-4997-B161-2066B0B79D4C}">
      <dsp:nvSpPr>
        <dsp:cNvPr id="0" name=""/>
        <dsp:cNvSpPr/>
      </dsp:nvSpPr>
      <dsp:spPr>
        <a:xfrm>
          <a:off x="0" y="252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Analyse univariée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63671"/>
        <a:ext cx="4601022" cy="709478"/>
      </dsp:txXfrm>
    </dsp:sp>
    <dsp:sp modelId="{A3AC96CD-EE43-4C97-BF4F-3415C93E6CC9}">
      <dsp:nvSpPr>
        <dsp:cNvPr id="0" name=""/>
        <dsp:cNvSpPr/>
      </dsp:nvSpPr>
      <dsp:spPr>
        <a:xfrm>
          <a:off x="0" y="9324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Granularité réduite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970871"/>
        <a:ext cx="4601022" cy="709478"/>
      </dsp:txXfrm>
    </dsp:sp>
    <dsp:sp modelId="{2936452B-AAAE-4BC1-A717-F9CD35A944C1}">
      <dsp:nvSpPr>
        <dsp:cNvPr id="0" name=""/>
        <dsp:cNvSpPr/>
      </dsp:nvSpPr>
      <dsp:spPr>
        <a:xfrm>
          <a:off x="0" y="18396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60% de recouvrement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1878071"/>
        <a:ext cx="4601022" cy="7094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ADB45-7778-4997-B161-2066B0B79D4C}">
      <dsp:nvSpPr>
        <dsp:cNvPr id="0" name=""/>
        <dsp:cNvSpPr/>
      </dsp:nvSpPr>
      <dsp:spPr>
        <a:xfrm>
          <a:off x="0" y="252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Statistiques avancées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63671"/>
        <a:ext cx="4601022" cy="709478"/>
      </dsp:txXfrm>
    </dsp:sp>
    <dsp:sp modelId="{A3AC96CD-EE43-4C97-BF4F-3415C93E6CC9}">
      <dsp:nvSpPr>
        <dsp:cNvPr id="0" name=""/>
        <dsp:cNvSpPr/>
      </dsp:nvSpPr>
      <dsp:spPr>
        <a:xfrm>
          <a:off x="0" y="9324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Tableau Power BI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970871"/>
        <a:ext cx="4601022" cy="709478"/>
      </dsp:txXfrm>
    </dsp:sp>
    <dsp:sp modelId="{2936452B-AAAE-4BC1-A717-F9CD35A944C1}">
      <dsp:nvSpPr>
        <dsp:cNvPr id="0" name=""/>
        <dsp:cNvSpPr/>
      </dsp:nvSpPr>
      <dsp:spPr>
        <a:xfrm>
          <a:off x="0" y="1839690"/>
          <a:ext cx="4677784" cy="786240"/>
        </a:xfrm>
        <a:prstGeom prst="roundRect">
          <a:avLst/>
        </a:prstGeom>
        <a:solidFill>
          <a:srgbClr val="00468C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Outil opérationnel Excel</a:t>
          </a:r>
          <a:endParaRPr lang="en-US" sz="1800" kern="1200" dirty="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8381" y="1878071"/>
        <a:ext cx="4601022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35A1B5F-46C2-17D4-756B-3E78FC5782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358F8E-C927-FD4B-0D55-E3E330666C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451F3-A59A-4443-A871-6A23AA889BE9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C01BAA-B4F7-D0E4-2794-02F0C7B732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7006A0-57EC-F9CC-3989-12F1BDE725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D73B4-AA37-4C2B-9BF4-70E75EF27D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814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402B8-0225-422C-97EB-14D1E95E5C3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D4869-B76B-4D0A-9E83-4808F7B495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25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uverture - sans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gray">
          <a:xfrm>
            <a:off x="239185" y="239184"/>
            <a:ext cx="11713633" cy="4705349"/>
          </a:xfrm>
          <a:prstGeom prst="rect">
            <a:avLst/>
          </a:prstGeom>
          <a:solidFill>
            <a:srgbClr val="0C6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19668" y="1200865"/>
            <a:ext cx="10752667" cy="1014940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6133" b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Premier niveau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19669" y="3925869"/>
            <a:ext cx="2394468" cy="77552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6600" b="0" cap="none" baseline="0">
                <a:solidFill>
                  <a:schemeClr val="bg1"/>
                </a:solidFill>
                <a:latin typeface="Traverse Rounded" panose="020B0803020203020204" pitchFamily="34" charset="0"/>
              </a:defRPr>
            </a:lvl1pPr>
          </a:lstStyle>
          <a:p>
            <a:pPr lvl="0"/>
            <a:r>
              <a:rPr lang="fr-FR"/>
              <a:t>.01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C03C34-C3AD-441F-8071-60A1B4ECBB47}"/>
              </a:ext>
            </a:extLst>
          </p:cNvPr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BA0418-03B2-4A6E-BDCD-4FF7B83C68B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B5329F5-A53A-4B78-9A98-3A06F526038F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03EC06-F865-4483-8848-6F2E2671CE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9186" y="6299238"/>
            <a:ext cx="1067600" cy="129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NOM DE L’ENTITÉ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A359BB-42ED-4BF1-A754-B09A5160CB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1FB3651-B95B-4474-A03F-9E7E395924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E6A6ACA8-F34C-4DEB-976D-1D893698F3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717459" y="2370221"/>
            <a:ext cx="10752667" cy="488145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4000" b="0" kern="1200" cap="all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5816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 - avec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0B484ADC-DE0D-4C68-85A8-B023EBA18F0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41544" y="239184"/>
            <a:ext cx="11710549" cy="47053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0" tIns="1260000" rIns="720000" anchor="ctr" anchorCtr="0"/>
          <a:lstStyle>
            <a:lvl1pPr algn="ctr">
              <a:defRPr sz="17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244 x 98 mm)</a:t>
            </a:r>
            <a:br>
              <a:rPr lang="fr-FR"/>
            </a:br>
            <a:r>
              <a:rPr lang="fr-FR"/>
              <a:t>puis disposer l’image en arrière-plan (Sélectionner l’image avec le bouton droit de la souris / Mettre à l’arrière-plan).</a:t>
            </a:r>
            <a:br>
              <a:rPr lang="fr-FR"/>
            </a:br>
            <a:r>
              <a:rPr lang="fr-FR"/>
              <a:t>Lorsque l’image est en arrière-plan, le titre apparaît.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19668" y="756053"/>
            <a:ext cx="6824133" cy="3840000"/>
          </a:xfrm>
        </p:spPr>
        <p:txBody>
          <a:bodyPr/>
          <a:lstStyle>
            <a:lvl1pPr>
              <a:lnSpc>
                <a:spcPct val="90000"/>
              </a:lnSpc>
              <a:defRPr sz="3733" cap="all" baseline="0">
                <a:solidFill>
                  <a:schemeClr val="accent1"/>
                </a:solidFill>
              </a:defRPr>
            </a:lvl1pPr>
            <a:lvl2pPr>
              <a:lnSpc>
                <a:spcPct val="90000"/>
              </a:lnSpc>
              <a:defRPr sz="2667" cap="all" baseline="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698E452-9144-4ED4-8B1C-029917ADC404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5EDC1A-4A4A-4E7B-AB8F-1C8633802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NOM DE L’ENTITÉ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E50F85-7C2D-40A9-A0F5-C36F27F43E9B}"/>
              </a:ext>
            </a:extLst>
          </p:cNvPr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79D721-2858-4A77-9DB3-B66750CEE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/>
          <p:cNvSpPr>
            <a:spLocks noGrp="1"/>
          </p:cNvSpPr>
          <p:nvPr>
            <p:ph type="body" sz="quarter" idx="13"/>
          </p:nvPr>
        </p:nvSpPr>
        <p:spPr bwMode="gray">
          <a:xfrm>
            <a:off x="719670" y="1701802"/>
            <a:ext cx="10752665" cy="4271433"/>
          </a:xfrm>
        </p:spPr>
        <p:txBody>
          <a:bodyPr/>
          <a:lstStyle>
            <a:lvl1pPr>
              <a:spcBef>
                <a:spcPts val="1867"/>
              </a:spcBef>
              <a:spcAft>
                <a:spcPts val="0"/>
              </a:spcAft>
              <a:defRPr sz="2400" b="0" cap="all" baseline="0">
                <a:latin typeface="+mj-lt"/>
              </a:defRPr>
            </a:lvl1pPr>
            <a:lvl2pPr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defRPr sz="2000" cap="all" baseline="0">
                <a:latin typeface="Avenir LT Std 45 Book" pitchFamily="34" charset="0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None/>
              <a:defRPr sz="2000" cap="all" baseline="0"/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2000" cap="all" baseline="0"/>
            </a:lvl4pPr>
            <a:lvl5pPr marL="0" indent="0">
              <a:lnSpc>
                <a:spcPct val="90000"/>
              </a:lnSpc>
              <a:spcAft>
                <a:spcPts val="0"/>
              </a:spcAft>
              <a:defRPr sz="2000" cap="all" baseline="0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08F33A-7824-4BD2-8BE3-B688100B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32A394-DEDE-4802-B28C-9B95EADCD9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12D15A-F449-4159-8868-4DD09563A74E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BE829C-4157-46E5-BF65-BD51D01AFE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E8A4831-3900-450D-9C39-2A23E06F7B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41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 - avec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239184" y="239183"/>
            <a:ext cx="11713632" cy="47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0" tIns="1260000" rIns="720000" anchor="ctr" anchorCtr="0"/>
          <a:lstStyle>
            <a:lvl1pPr algn="ctr">
              <a:defRPr sz="17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244 x 98 mm)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2C259D3-AC81-4E5A-B41B-9B0719C8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85" y="4944517"/>
            <a:ext cx="11713631" cy="720000"/>
          </a:xfrm>
          <a:solidFill>
            <a:schemeClr val="accent1"/>
          </a:solidFill>
        </p:spPr>
        <p:txBody>
          <a:bodyPr tIns="5400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CBEF320-3533-4FE6-A81B-F1A848A68C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9184" y="5750561"/>
            <a:ext cx="11713629" cy="396240"/>
          </a:xfrm>
        </p:spPr>
        <p:txBody>
          <a:bodyPr anchor="ctr">
            <a:normAutofit/>
          </a:bodyPr>
          <a:lstStyle>
            <a:lvl1pPr algn="ctr">
              <a:defRPr sz="1867" b="0" cap="none" baseline="0">
                <a:solidFill>
                  <a:schemeClr val="accent3"/>
                </a:solidFill>
                <a:latin typeface="+mj-lt"/>
              </a:defRPr>
            </a:lvl1pPr>
            <a:lvl2pPr algn="ctr">
              <a:defRPr sz="2400" cap="all" baseline="0">
                <a:solidFill>
                  <a:schemeClr val="accent3"/>
                </a:solidFill>
                <a:latin typeface="+mj-lt"/>
              </a:defRPr>
            </a:lvl2pPr>
            <a:lvl3pPr marL="0" indent="0">
              <a:buNone/>
              <a:defRPr sz="2400" cap="all" baseline="0">
                <a:solidFill>
                  <a:schemeClr val="accent3"/>
                </a:solidFill>
                <a:latin typeface="+mj-lt"/>
              </a:defRPr>
            </a:lvl3pPr>
            <a:lvl4pPr>
              <a:defRPr sz="2400" cap="all" baseline="0">
                <a:solidFill>
                  <a:schemeClr val="accent3"/>
                </a:solidFill>
                <a:latin typeface="+mj-lt"/>
              </a:defRPr>
            </a:lvl4pPr>
            <a:lvl5pPr>
              <a:defRPr sz="2400" cap="all" baseline="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DCBD9C-2B12-4091-A3C2-A3065240B7CE}"/>
              </a:ext>
            </a:extLst>
          </p:cNvPr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7AABF1-A7C3-4FC8-8F0C-04A5FF5B5F0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3E4B1EE-CA72-4E53-A771-093B160DBB68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B0910B-3689-4E12-A87A-6A34BC579E2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39186" y="6299238"/>
            <a:ext cx="1067600" cy="129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NOM DE L’ENTITÉ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BDA49A8-0A2C-4BD6-9909-C820F4E6A0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34C77C3-42B3-4970-B0E4-2C04EAC5A7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9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 - sans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gray">
          <a:xfrm>
            <a:off x="239185" y="239184"/>
            <a:ext cx="11713633" cy="47053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80DA71D-DFA1-487C-B539-3A87DDF33159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19668" y="356660"/>
            <a:ext cx="10752667" cy="2575472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6667" b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4667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719668" y="3125573"/>
            <a:ext cx="10752667" cy="1548027"/>
          </a:xfrm>
        </p:spPr>
        <p:txBody>
          <a:bodyPr>
            <a:normAutofit/>
          </a:bodyPr>
          <a:lstStyle>
            <a:lvl1pPr marL="239989" indent="-239989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867" b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AB9423B-79ED-4303-9EE2-EC2A4F22DD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NOM DE L’ENTITÉ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3698B-6AD2-4F88-AB11-DA96E50CDDDE}"/>
              </a:ext>
            </a:extLst>
          </p:cNvPr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8CB515-A2CF-4236-9DCD-DFC67192E9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3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 cou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19668" y="1328464"/>
            <a:ext cx="10752667" cy="2575472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5867" b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3733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719668" y="514453"/>
            <a:ext cx="10752667" cy="308507"/>
          </a:xfrm>
        </p:spPr>
        <p:txBody>
          <a:bodyPr>
            <a:noAutofit/>
          </a:bodyPr>
          <a:lstStyle>
            <a:lvl1pPr marL="239989" indent="-239989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867" b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D859AE1D-2039-4DCC-A9DB-83D791DBE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1429" y="4589896"/>
            <a:ext cx="1417055" cy="2872581"/>
          </a:xfrm>
        </p:spPr>
        <p:txBody>
          <a:bodyPr wrap="none" lIns="0" tIns="0" rIns="0" b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666" b="0" kern="1200" cap="all" baseline="0">
                <a:solidFill>
                  <a:schemeClr val="tx1">
                    <a:lumMod val="50000"/>
                    <a:alpha val="25000"/>
                  </a:schemeClr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3733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795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s_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gray">
          <a:xfrm>
            <a:off x="239186" y="239184"/>
            <a:ext cx="11713633" cy="470534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16A9B00-4D92-49C4-9202-8109F69B3821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 bwMode="gray">
          <a:xfrm>
            <a:off x="719669" y="2225939"/>
            <a:ext cx="5923319" cy="307776"/>
          </a:xfrm>
          <a:solidFill>
            <a:schemeClr val="accent1"/>
          </a:solidFill>
        </p:spPr>
        <p:txBody>
          <a:bodyPr wrap="none" lIns="54000" rIns="36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4667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719668" y="2596093"/>
            <a:ext cx="10752667" cy="180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4667" b="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5"/>
          </p:nvPr>
        </p:nvSpPr>
        <p:spPr bwMode="gray">
          <a:xfrm>
            <a:off x="719669" y="1918163"/>
            <a:ext cx="5923319" cy="307776"/>
          </a:xfrm>
          <a:solidFill>
            <a:schemeClr val="accent1"/>
          </a:solidFill>
        </p:spPr>
        <p:txBody>
          <a:bodyPr wrap="none" lIns="54000" rIns="36000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4667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CD063D-A427-4C14-BDCA-CD9EB0E7A7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B1DF4F-E19A-49F0-92D1-19367D1185BB}"/>
              </a:ext>
            </a:extLst>
          </p:cNvPr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AA2CF10-60FA-4128-8611-9C5226217D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4E9434-63C5-4782-9A8C-861CD28753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96000" rIns="96000" bIns="96000" rtlCol="0" anchor="t"/>
          <a:lstStyle/>
          <a:p>
            <a:pPr algn="l"/>
            <a:endParaRPr lang="fr-FR" sz="1333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CBEF320-3533-4FE6-A81B-F1A848A68C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83384" y="1516016"/>
            <a:ext cx="5263617" cy="2993121"/>
          </a:xfrm>
        </p:spPr>
        <p:txBody>
          <a:bodyPr wrap="square" lIns="0" tIns="0" rIns="0" bIns="0" anchor="t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defRPr sz="2400" b="0" i="1" cap="none" baseline="0">
                <a:solidFill>
                  <a:schemeClr val="bg1"/>
                </a:solidFill>
                <a:latin typeface="+mn-lt"/>
              </a:defRPr>
            </a:lvl1pPr>
            <a:lvl2pPr algn="ctr">
              <a:defRPr sz="2400" cap="all" baseline="0">
                <a:solidFill>
                  <a:schemeClr val="accent3"/>
                </a:solidFill>
                <a:latin typeface="+mj-lt"/>
              </a:defRPr>
            </a:lvl2pPr>
            <a:lvl3pPr marL="0" indent="0">
              <a:buNone/>
              <a:defRPr sz="2400" cap="all" baseline="0">
                <a:solidFill>
                  <a:schemeClr val="accent3"/>
                </a:solidFill>
                <a:latin typeface="+mj-lt"/>
              </a:defRPr>
            </a:lvl3pPr>
            <a:lvl4pPr>
              <a:defRPr sz="2400" cap="all" baseline="0">
                <a:solidFill>
                  <a:schemeClr val="accent3"/>
                </a:solidFill>
                <a:latin typeface="+mj-lt"/>
              </a:defRPr>
            </a:lvl4pPr>
            <a:lvl5pPr>
              <a:defRPr sz="2400" cap="all" baseline="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34423FC3-AD84-40A6-A78B-65218E06AA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83383" y="4991215"/>
            <a:ext cx="3768127" cy="246221"/>
          </a:xfr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  <a:lvl2pPr algn="ctr">
              <a:defRPr sz="2400" cap="all" baseline="0">
                <a:solidFill>
                  <a:schemeClr val="accent3"/>
                </a:solidFill>
                <a:latin typeface="+mj-lt"/>
              </a:defRPr>
            </a:lvl2pPr>
            <a:lvl3pPr marL="0" indent="0">
              <a:buNone/>
              <a:defRPr sz="2400" cap="all" baseline="0">
                <a:solidFill>
                  <a:schemeClr val="accent3"/>
                </a:solidFill>
                <a:latin typeface="+mj-lt"/>
              </a:defRPr>
            </a:lvl3pPr>
            <a:lvl4pPr>
              <a:defRPr sz="2400" cap="all" baseline="0">
                <a:solidFill>
                  <a:schemeClr val="accent3"/>
                </a:solidFill>
                <a:latin typeface="+mj-lt"/>
              </a:defRPr>
            </a:lvl4pPr>
            <a:lvl5pPr>
              <a:defRPr sz="2400" cap="all" baseline="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3654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719670" y="2064001"/>
            <a:ext cx="10752665" cy="3925247"/>
          </a:xfrm>
        </p:spPr>
        <p:txBody>
          <a:bodyPr/>
          <a:lstStyle>
            <a:lvl1pPr>
              <a:defRPr b="0">
                <a:solidFill>
                  <a:srgbClr val="0C61A4"/>
                </a:solidFill>
                <a:latin typeface="+mj-lt"/>
              </a:defRPr>
            </a:lvl1pPr>
            <a:lvl2pPr>
              <a:defRPr/>
            </a:lvl2pPr>
            <a:lvl3pPr>
              <a:buClr>
                <a:srgbClr val="0C61A4"/>
              </a:buCl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2CB41A1E-5523-4161-9D6C-4737BB5B89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C61A4"/>
                </a:solidFill>
              </a:defRPr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86242325-4574-4C9A-BA4C-0F20A74AB4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07135AB-C1A6-465C-A05D-3B7C75FF7E4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87058E3-68B6-4A28-8623-778AA8EB1588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7F3ED2-C790-4DBC-AB33-F225E90116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88C6555-1C5B-4BEA-855B-5120E149B0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22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719668" y="2324101"/>
            <a:ext cx="5280000" cy="3649135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FC0CC80-ED0E-4128-8FF4-F4FE378EE751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contenu 2"/>
          <p:cNvSpPr>
            <a:spLocks noGrp="1"/>
          </p:cNvSpPr>
          <p:nvPr>
            <p:ph idx="19" hasCustomPrompt="1"/>
          </p:nvPr>
        </p:nvSpPr>
        <p:spPr bwMode="gray">
          <a:xfrm>
            <a:off x="6192333" y="2324101"/>
            <a:ext cx="5280000" cy="3649135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B279A8-9EF2-4C96-96F4-85750411510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B7D71165-28E4-49E4-B7D0-1FA271FB95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5196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_1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 noProof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719670" y="2324101"/>
            <a:ext cx="5122332" cy="3649135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D37B44A-B248-4133-AA8E-7885EADEEE43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192333" y="2324100"/>
            <a:ext cx="5280000" cy="3649133"/>
          </a:xfrm>
          <a:prstGeom prst="rect">
            <a:avLst/>
          </a:prstGeom>
          <a:noFill/>
        </p:spPr>
        <p:txBody>
          <a:bodyPr lIns="360000" tIns="1728000" rIns="360000" anchor="ctr" anchorCtr="0"/>
          <a:lstStyle>
            <a:lvl1pPr algn="ctr">
              <a:defRPr sz="17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110 x 70 mm)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3226AF-EFD1-4435-938B-4272B5B35A7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7E6BB158-7D06-4FE5-A886-AAFD01C2FB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00345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_&amp;_cartouche_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6432333" y="1542420"/>
            <a:ext cx="5040000" cy="443081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4629EAA-F685-44B2-ACB4-8E0D8F0B5BE9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 bwMode="gray">
          <a:xfrm>
            <a:off x="719667" y="692697"/>
            <a:ext cx="5040000" cy="5041355"/>
          </a:xfrm>
          <a:solidFill>
            <a:schemeClr val="accent1"/>
          </a:solidFill>
        </p:spPr>
        <p:txBody>
          <a:bodyPr lIns="288000" tIns="630000" rIns="72000" bIns="108000" anchor="t" anchorCtr="0">
            <a:noAutofit/>
          </a:bodyPr>
          <a:lstStyle>
            <a:lvl1pPr marL="287986" indent="-287986">
              <a:lnSpc>
                <a:spcPct val="90000"/>
              </a:lnSpc>
              <a:spcAft>
                <a:spcPts val="0"/>
              </a:spcAft>
              <a:buFont typeface="Avenir LT Std 65 Medium" pitchFamily="34" charset="0"/>
              <a:buChar char="+"/>
              <a:defRPr sz="2933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2A5EF82-B1E0-4B6C-AB91-64DCA8E9D8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</p:spTree>
    <p:extLst>
      <p:ext uri="{BB962C8B-B14F-4D97-AF65-F5344CB8AC3E}">
        <p14:creationId xmlns:p14="http://schemas.microsoft.com/office/powerpoint/2010/main" val="1102498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rtouches_petites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719668" y="3236606"/>
            <a:ext cx="3360109" cy="2497447"/>
          </a:xfrm>
          <a:solidFill>
            <a:srgbClr val="D7D7D7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1600" b="0" cap="all" baseline="0">
                <a:solidFill>
                  <a:schemeClr val="tx1"/>
                </a:solidFill>
                <a:latin typeface="Avenir LT Std 45 Book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89E3345-BD8F-47E7-A86A-D499DAF2A64B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19668" y="2372784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17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911424" y="3333111"/>
            <a:ext cx="1104000" cy="11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anchor="ctr" anchorCtr="0"/>
          <a:lstStyle>
            <a:lvl1pPr algn="ctr">
              <a:defRPr sz="1067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23 x 23 mm)</a:t>
            </a:r>
          </a:p>
        </p:txBody>
      </p:sp>
      <p:sp>
        <p:nvSpPr>
          <p:cNvPr id="18" name="Espace réservé du texte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15947" y="3236607"/>
            <a:ext cx="3360109" cy="2497447"/>
          </a:xfrm>
          <a:solidFill>
            <a:srgbClr val="D7D7D7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1600" b="0" cap="all" baseline="0">
                <a:solidFill>
                  <a:schemeClr val="tx1"/>
                </a:solidFill>
                <a:latin typeface="Avenir LT Std 45 Book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415947" y="2372785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20" name="Espace réservé pour une image 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607703" y="3333112"/>
            <a:ext cx="1104000" cy="11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anchor="ctr" anchorCtr="0"/>
          <a:lstStyle>
            <a:lvl1pPr algn="ctr">
              <a:defRPr sz="1067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23 x 23 mm)</a:t>
            </a:r>
          </a:p>
        </p:txBody>
      </p:sp>
      <p:sp>
        <p:nvSpPr>
          <p:cNvPr id="21" name="Espace réservé du texte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112224" y="3236607"/>
            <a:ext cx="3360109" cy="2497447"/>
          </a:xfrm>
          <a:solidFill>
            <a:schemeClr val="accent1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1600" b="0" cap="all" baseline="0">
                <a:solidFill>
                  <a:schemeClr val="bg1"/>
                </a:solidFill>
                <a:latin typeface="Avenir LT Std 45 Book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12224" y="2372785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23" name="Espace réservé pour une image 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303981" y="3333112"/>
            <a:ext cx="1104000" cy="11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anchor="ctr" anchorCtr="0"/>
          <a:lstStyle>
            <a:lvl1pPr algn="ctr">
              <a:defRPr sz="1067" b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(format 23 x 23 mm)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72FFEE-2F86-4666-93EA-7F43378A47B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AFFDCF4-42AB-41A1-9DD5-1D06D82C4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2C2EB334-3EB4-487B-B227-D38BC72E54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87310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rtouches_grandes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337912A-3A20-4988-B1C0-224B2693C672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19668" y="2372784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17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19776" y="3236785"/>
            <a:ext cx="3360000" cy="24972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972000" rIns="36000" anchor="ctr" anchorCtr="0">
            <a:normAutofit/>
          </a:bodyPr>
          <a:lstStyle>
            <a:lvl1pPr algn="ctr">
              <a:defRPr sz="13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format (70 x 52 mm)</a:t>
            </a:r>
          </a:p>
        </p:txBody>
      </p:sp>
      <p:sp>
        <p:nvSpPr>
          <p:cNvPr id="25" name="Espace réservé du texte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15947" y="2372784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26" name="Espace réservé pour une image  10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416055" y="3236785"/>
            <a:ext cx="3360000" cy="24972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972000" rIns="36000" anchor="ctr" anchorCtr="0">
            <a:normAutofit/>
          </a:bodyPr>
          <a:lstStyle>
            <a:lvl1pPr algn="ctr">
              <a:defRPr sz="13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format (70 x 52 mm)</a:t>
            </a:r>
          </a:p>
        </p:txBody>
      </p:sp>
      <p:sp>
        <p:nvSpPr>
          <p:cNvPr id="27" name="Espace réservé du texte 1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112224" y="2372784"/>
            <a:ext cx="3360109" cy="864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2667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0. titre</a:t>
            </a:r>
          </a:p>
        </p:txBody>
      </p:sp>
      <p:sp>
        <p:nvSpPr>
          <p:cNvPr id="28" name="Espace réservé pour une image 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12333" y="3236785"/>
            <a:ext cx="3360000" cy="24972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972000" rIns="36000" anchor="ctr" anchorCtr="0">
            <a:normAutofit/>
          </a:bodyPr>
          <a:lstStyle>
            <a:lvl1pPr algn="ctr">
              <a:defRPr sz="13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 format (70 x 52 mm)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7B7DB9A-84DB-427D-B8D2-44A835B45F4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B191B64D-1DEF-4401-B987-B15ABEB9DA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90957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tape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B96EAF6-0CD0-437A-BC75-E012BAF6D18A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 bwMode="gray">
          <a:xfrm>
            <a:off x="719668" y="596900"/>
            <a:ext cx="10752667" cy="5376333"/>
          </a:xfrm>
        </p:spPr>
        <p:txBody>
          <a:bodyPr anchor="ctr" anchorCtr="0"/>
          <a:lstStyle>
            <a:lvl1pPr marL="479976" indent="-479976">
              <a:lnSpc>
                <a:spcPct val="90000"/>
              </a:lnSpc>
              <a:spcBef>
                <a:spcPts val="4267"/>
              </a:spcBef>
              <a:buFont typeface="Avenir LT Std 65 Medium" pitchFamily="34" charset="0"/>
              <a:buChar char="+"/>
              <a:defRPr sz="3733" b="0" cap="all" baseline="0">
                <a:latin typeface="+mj-lt"/>
              </a:defRPr>
            </a:lvl1pPr>
            <a:lvl2pPr marL="479976">
              <a:lnSpc>
                <a:spcPct val="90000"/>
              </a:lnSpc>
              <a:spcAft>
                <a:spcPts val="0"/>
              </a:spcAft>
              <a:defRPr sz="2000" cap="all" baseline="0">
                <a:latin typeface="+mn-lt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D1FBDD-510F-453F-9AD6-ADF5CD5477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</p:spTree>
    <p:extLst>
      <p:ext uri="{BB962C8B-B14F-4D97-AF65-F5344CB8AC3E}">
        <p14:creationId xmlns:p14="http://schemas.microsoft.com/office/powerpoint/2010/main" val="1594885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ap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1E8560A5-1546-4C2D-9F5A-E8E2358885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81601" y="2347362"/>
            <a:ext cx="6290735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rgbClr val="675C53"/>
                </a:solidFill>
                <a:latin typeface="+mj-lt"/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33A6A5-B836-4ECE-9841-304CD4DCC05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022BCF2-EF8D-4F7F-890C-1B325BB756DF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5D17920-D1E6-4907-AE57-19E82B42F35E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2A8D3F-895D-4ACE-B311-0648EAC2707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D9B713-F8AE-4661-ACF8-2E6687DE35B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3204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gray">
          <a:xfrm>
            <a:off x="239185" y="239184"/>
            <a:ext cx="11713633" cy="470534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719668" y="927411"/>
            <a:ext cx="10846987" cy="517064"/>
          </a:xfrm>
        </p:spPr>
        <p:txBody>
          <a:bodyPr wrap="none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3733" b="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BA8218-4ADE-4AFE-BD39-57C312290B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665" y="6450611"/>
            <a:ext cx="485176" cy="143629"/>
          </a:xfrm>
        </p:spPr>
        <p:txBody>
          <a:bodyPr wrap="none" anchor="ctr">
            <a:sp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933" b="0">
                <a:solidFill>
                  <a:schemeClr val="accent3"/>
                </a:solidFill>
                <a:latin typeface="+mn-lt"/>
              </a:defRPr>
            </a:lvl1pPr>
            <a:lvl2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2pPr>
            <a:lvl3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3pPr>
            <a:lvl4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4pPr>
            <a:lvl5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fr-FR"/>
              <a:t>Crédits :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C395958-B60E-4525-BB73-69B088A44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9667" y="1864043"/>
            <a:ext cx="2311388" cy="225703"/>
          </a:xfrm>
        </p:spPr>
        <p:txBody>
          <a:bodyPr wrap="square" lIns="0" tIns="0" rIns="0" bIns="0">
            <a:spAutoFit/>
          </a:bodyPr>
          <a:lstStyle>
            <a:lvl1pPr>
              <a:spcAft>
                <a:spcPts val="0"/>
              </a:spcAft>
              <a:defRPr sz="1467" b="0">
                <a:solidFill>
                  <a:srgbClr val="4D4F53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A3AB8440-DE1D-4910-A184-6D93BBD19F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667" y="2110832"/>
            <a:ext cx="2311388" cy="671851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267"/>
              </a:spcBef>
              <a:spcAft>
                <a:spcPts val="0"/>
              </a:spcAft>
              <a:defRPr sz="1333" b="0">
                <a:solidFill>
                  <a:srgbClr val="82786F"/>
                </a:solidFill>
                <a:latin typeface="+mn-lt"/>
              </a:defRPr>
            </a:lvl1pPr>
            <a:lvl2pPr>
              <a:spcBef>
                <a:spcPts val="267"/>
              </a:spcBef>
              <a:defRPr sz="1200" i="1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+33 1 00 00 00</a:t>
            </a:r>
          </a:p>
          <a:p>
            <a:pPr lvl="1"/>
            <a:r>
              <a:rPr lang="fr-FR"/>
              <a:t>prenom.nom@sncf.fr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49EC2846-1CDC-42A2-90C2-B89F78DFE2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1538" y="1864043"/>
            <a:ext cx="2311388" cy="225703"/>
          </a:xfrm>
        </p:spPr>
        <p:txBody>
          <a:bodyPr wrap="square" lIns="0" tIns="0" rIns="0" bIns="0">
            <a:spAutoFit/>
          </a:bodyPr>
          <a:lstStyle>
            <a:lvl1pPr>
              <a:spcAft>
                <a:spcPts val="0"/>
              </a:spcAft>
              <a:defRPr sz="1467" b="0">
                <a:solidFill>
                  <a:srgbClr val="4D4F53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18D9E3A8-3DE4-4CAC-A9EA-CA721F24C2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11538" y="2110832"/>
            <a:ext cx="2311388" cy="671851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267"/>
              </a:spcBef>
              <a:spcAft>
                <a:spcPts val="0"/>
              </a:spcAft>
              <a:defRPr sz="1333" b="0">
                <a:solidFill>
                  <a:srgbClr val="82786F"/>
                </a:solidFill>
                <a:latin typeface="+mn-lt"/>
              </a:defRPr>
            </a:lvl1pPr>
            <a:lvl2pPr>
              <a:spcBef>
                <a:spcPts val="267"/>
              </a:spcBef>
              <a:defRPr sz="1200" i="1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+33 1 00 00 00</a:t>
            </a:r>
          </a:p>
          <a:p>
            <a:pPr lvl="1"/>
            <a:r>
              <a:rPr lang="fr-FR"/>
              <a:t>prenom.nom@sncf.fr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9C4C7D52-FF65-47D7-8E1E-D56576A73A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19669" y="3872659"/>
            <a:ext cx="1683153" cy="168636"/>
          </a:xfrm>
        </p:spPr>
        <p:txBody>
          <a:bodyPr wrap="none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None/>
              <a:defRPr sz="1200" b="0" cap="all" baseline="0">
                <a:solidFill>
                  <a:srgbClr val="82786F"/>
                </a:solidFill>
                <a:latin typeface="+mn-lt"/>
              </a:defRPr>
            </a:lvl1pPr>
          </a:lstStyle>
          <a:p>
            <a:pPr lvl="0"/>
            <a:r>
              <a:rPr lang="fr-FR"/>
              <a:t>Retrouvez-nous sur</a:t>
            </a:r>
          </a:p>
        </p:txBody>
      </p:sp>
    </p:spTree>
    <p:extLst>
      <p:ext uri="{BB962C8B-B14F-4D97-AF65-F5344CB8AC3E}">
        <p14:creationId xmlns:p14="http://schemas.microsoft.com/office/powerpoint/2010/main" val="2690594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BA8218-4ADE-4AFE-BD39-57C312290B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665" y="6450611"/>
            <a:ext cx="485176" cy="143629"/>
          </a:xfrm>
        </p:spPr>
        <p:txBody>
          <a:bodyPr wrap="none" anchor="ctr">
            <a:sp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933" b="0">
                <a:solidFill>
                  <a:schemeClr val="accent3"/>
                </a:solidFill>
                <a:latin typeface="+mn-lt"/>
              </a:defRPr>
            </a:lvl1pPr>
            <a:lvl2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2pPr>
            <a:lvl3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3pPr>
            <a:lvl4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4pPr>
            <a:lvl5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fr-FR" dirty="0"/>
              <a:t>Crédits 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59F993-D5AA-4D5C-A710-DD829FDA77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9185" y="239184"/>
            <a:ext cx="11713633" cy="4705349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9556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0">
            <a:extLst>
              <a:ext uri="{FF2B5EF4-FFF2-40B4-BE49-F238E27FC236}">
                <a16:creationId xmlns:a16="http://schemas.microsoft.com/office/drawing/2014/main" id="{E6C560B3-7EA2-4178-AF83-7EAE632F5E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239185" y="239184"/>
            <a:ext cx="11713633" cy="47053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972000" rIns="36000" anchor="ctr" anchorCtr="0">
            <a:normAutofit/>
          </a:bodyPr>
          <a:lstStyle>
            <a:lvl1pPr algn="ctr">
              <a:defRPr sz="13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BA8218-4ADE-4AFE-BD39-57C312290B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665" y="6450611"/>
            <a:ext cx="485176" cy="143629"/>
          </a:xfrm>
        </p:spPr>
        <p:txBody>
          <a:bodyPr wrap="none" anchor="ctr">
            <a:sp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933" b="0">
                <a:solidFill>
                  <a:schemeClr val="accent3"/>
                </a:solidFill>
                <a:latin typeface="+mn-lt"/>
              </a:defRPr>
            </a:lvl1pPr>
            <a:lvl2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2pPr>
            <a:lvl3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3pPr>
            <a:lvl4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4pPr>
            <a:lvl5pPr algn="l">
              <a:spcAft>
                <a:spcPts val="0"/>
              </a:spcAft>
              <a:defRPr sz="933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fr-FR"/>
              <a:t>Crédits : </a:t>
            </a:r>
          </a:p>
        </p:txBody>
      </p:sp>
    </p:spTree>
    <p:extLst>
      <p:ext uri="{BB962C8B-B14F-4D97-AF65-F5344CB8AC3E}">
        <p14:creationId xmlns:p14="http://schemas.microsoft.com/office/powerpoint/2010/main" val="2214520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F626E54-C18B-4B5D-A374-148212601176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D1FBDD-510F-453F-9AD6-ADF5CD5477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8A41333-3304-4F0A-881C-6377E82C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pour une image  10">
            <a:extLst>
              <a:ext uri="{FF2B5EF4-FFF2-40B4-BE49-F238E27FC236}">
                <a16:creationId xmlns:a16="http://schemas.microsoft.com/office/drawing/2014/main" id="{1B53E381-A93D-480B-AD7D-F72E61B2CA2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719664" y="1788160"/>
            <a:ext cx="5284893" cy="3108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504000" rIns="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4AC550AE-6103-4F1B-8C6A-27A8F3269CB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1267886"/>
            <a:ext cx="10752667" cy="45931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37">
            <a:extLst>
              <a:ext uri="{FF2B5EF4-FFF2-40B4-BE49-F238E27FC236}">
                <a16:creationId xmlns:a16="http://schemas.microsoft.com/office/drawing/2014/main" id="{116C16D7-8F26-414F-8AE2-345F766DF6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8" y="5142287"/>
            <a:ext cx="5284891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  <a:latin typeface="+mj-lt"/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4FDDD8B9-9279-4154-AFB0-3FBA43FEE715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759674" y="4925560"/>
            <a:ext cx="108273" cy="188291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lvl="2">
              <a:lnSpc>
                <a:spcPct val="90000"/>
              </a:lnSpc>
              <a:buSzPct val="100000"/>
            </a:pPr>
            <a:endParaRPr lang="fr-FR" sz="1400">
              <a:solidFill>
                <a:srgbClr val="FFB612"/>
              </a:solidFill>
              <a:latin typeface="Avenir LT Std 65 Medium"/>
            </a:endParaRPr>
          </a:p>
        </p:txBody>
      </p:sp>
      <p:sp>
        <p:nvSpPr>
          <p:cNvPr id="20" name="Espace réservé pour une image  10">
            <a:extLst>
              <a:ext uri="{FF2B5EF4-FFF2-40B4-BE49-F238E27FC236}">
                <a16:creationId xmlns:a16="http://schemas.microsoft.com/office/drawing/2014/main" id="{B8A90636-81FB-49A3-874B-1CEA69106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6187447" y="1788160"/>
            <a:ext cx="5284893" cy="3108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504000" rIns="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21" name="Espace réservé du texte 37">
            <a:extLst>
              <a:ext uri="{FF2B5EF4-FFF2-40B4-BE49-F238E27FC236}">
                <a16:creationId xmlns:a16="http://schemas.microsoft.com/office/drawing/2014/main" id="{9DF84842-A2BA-4A83-B753-45EF1D54658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449" y="5142287"/>
            <a:ext cx="5284891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  <a:latin typeface="+mj-lt"/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A918F611-1F5A-42C9-A82B-E21A4680D96D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6227456" y="4925560"/>
            <a:ext cx="108273" cy="188291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lvl="2">
              <a:lnSpc>
                <a:spcPct val="90000"/>
              </a:lnSpc>
              <a:buSzPct val="100000"/>
            </a:pPr>
            <a:endParaRPr lang="fr-FR" sz="1400">
              <a:solidFill>
                <a:srgbClr val="FFB612"/>
              </a:solidFill>
              <a:latin typeface="Avenir LT Std 65 Medium"/>
            </a:endParaRPr>
          </a:p>
        </p:txBody>
      </p:sp>
    </p:spTree>
    <p:extLst>
      <p:ext uri="{BB962C8B-B14F-4D97-AF65-F5344CB8AC3E}">
        <p14:creationId xmlns:p14="http://schemas.microsoft.com/office/powerpoint/2010/main" val="435843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 proj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76E1CBD-BDE9-41B5-9F7F-AE6FAAE94E80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D1FBDD-510F-453F-9AD6-ADF5CD5477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8A41333-3304-4F0A-881C-6377E82C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9" y="3660569"/>
            <a:ext cx="10752665" cy="506713"/>
          </a:xfrm>
        </p:spPr>
        <p:txBody>
          <a:bodyPr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pour une image  10">
            <a:extLst>
              <a:ext uri="{FF2B5EF4-FFF2-40B4-BE49-F238E27FC236}">
                <a16:creationId xmlns:a16="http://schemas.microsoft.com/office/drawing/2014/main" id="{1B53E381-A93D-480B-AD7D-F72E61B2CA2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-1" y="0"/>
            <a:ext cx="12191825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29" name="Espace réservé du texte 37">
            <a:extLst>
              <a:ext uri="{FF2B5EF4-FFF2-40B4-BE49-F238E27FC236}">
                <a16:creationId xmlns:a16="http://schemas.microsoft.com/office/drawing/2014/main" id="{0432B9E0-DC99-4DA6-B2FC-E0A69FD428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8" y="4557402"/>
            <a:ext cx="3459117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DC42E1E1-3D58-4244-BFB4-6D4F84F2FA08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759674" y="4340675"/>
            <a:ext cx="108273" cy="188291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lvl="2">
              <a:lnSpc>
                <a:spcPct val="90000"/>
              </a:lnSpc>
              <a:buSzPct val="100000"/>
            </a:pPr>
            <a:endParaRPr lang="fr-FR" sz="1400">
              <a:solidFill>
                <a:srgbClr val="FFB612"/>
              </a:solidFill>
              <a:latin typeface="Avenir LT Std 65 Medium"/>
            </a:endParaRPr>
          </a:p>
        </p:txBody>
      </p:sp>
      <p:sp>
        <p:nvSpPr>
          <p:cNvPr id="31" name="Espace réservé du texte 37">
            <a:extLst>
              <a:ext uri="{FF2B5EF4-FFF2-40B4-BE49-F238E27FC236}">
                <a16:creationId xmlns:a16="http://schemas.microsoft.com/office/drawing/2014/main" id="{5FA02F1A-0A38-408D-9A07-675BED555E7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366438" y="4557402"/>
            <a:ext cx="3459117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2" name="Freeform 9">
            <a:extLst>
              <a:ext uri="{FF2B5EF4-FFF2-40B4-BE49-F238E27FC236}">
                <a16:creationId xmlns:a16="http://schemas.microsoft.com/office/drawing/2014/main" id="{D3593A4B-26A0-4A75-82DA-785CB584A06C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4406448" y="4340675"/>
            <a:ext cx="108273" cy="188291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lvl="2">
              <a:lnSpc>
                <a:spcPct val="90000"/>
              </a:lnSpc>
              <a:buSzPct val="100000"/>
            </a:pPr>
            <a:endParaRPr lang="fr-FR" sz="1400">
              <a:solidFill>
                <a:srgbClr val="FFB612"/>
              </a:solidFill>
              <a:latin typeface="Avenir LT Std 65 Medium"/>
            </a:endParaRPr>
          </a:p>
        </p:txBody>
      </p:sp>
      <p:sp>
        <p:nvSpPr>
          <p:cNvPr id="33" name="Espace réservé du texte 37">
            <a:extLst>
              <a:ext uri="{FF2B5EF4-FFF2-40B4-BE49-F238E27FC236}">
                <a16:creationId xmlns:a16="http://schemas.microsoft.com/office/drawing/2014/main" id="{6EF6BE24-6322-445B-B97C-C9CB92656B0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013212" y="4557402"/>
            <a:ext cx="3459117" cy="71331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id="{363AD1FA-803B-465D-80D4-84858BE74A72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8053222" y="4340675"/>
            <a:ext cx="108273" cy="188291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lvl="2">
              <a:lnSpc>
                <a:spcPct val="90000"/>
              </a:lnSpc>
              <a:buSzPct val="100000"/>
            </a:pPr>
            <a:endParaRPr lang="fr-FR" sz="1400">
              <a:solidFill>
                <a:srgbClr val="FFB612"/>
              </a:solidFill>
              <a:latin typeface="Avenir LT Std 65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9446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ts illustré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76E1CBD-BDE9-41B5-9F7F-AE6FAAE94E80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D1FBDD-510F-453F-9AD6-ADF5CD5477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3509200-7C4A-4A12-A58E-657F7947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8" y="2276789"/>
            <a:ext cx="5541432" cy="166382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AF6A196F-4BBA-441F-B4CA-73A8774D25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668" y="3944885"/>
            <a:ext cx="5541432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4604071-6E9A-41EC-80A4-F5A675337B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9668" y="1728200"/>
            <a:ext cx="1592683" cy="398327"/>
          </a:xfrm>
          <a:prstGeom prst="roundRect">
            <a:avLst/>
          </a:prstGeom>
          <a:solidFill>
            <a:schemeClr val="accent1"/>
          </a:solidFill>
        </p:spPr>
        <p:txBody>
          <a:bodyPr wrap="none" lIns="72000" tIns="36000" rIns="72000" bIns="36000" anchor="ctr">
            <a:spAutoFit/>
          </a:bodyPr>
          <a:lstStyle>
            <a:lvl1pPr>
              <a:defRPr sz="1867" b="0" cap="all" baseline="0">
                <a:solidFill>
                  <a:schemeClr val="bg1"/>
                </a:solidFill>
                <a:latin typeface="+mj-lt"/>
              </a:defRPr>
            </a:lvl1pPr>
            <a:lvl2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2pPr>
            <a:lvl3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3pPr>
            <a:lvl4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4pPr>
            <a:lvl5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5pPr>
          </a:lstStyle>
          <a:p>
            <a:pPr lvl="0"/>
            <a:r>
              <a:rPr lang="fr-FR"/>
              <a:t>PROJET N°1</a:t>
            </a:r>
          </a:p>
        </p:txBody>
      </p:sp>
    </p:spTree>
    <p:extLst>
      <p:ext uri="{BB962C8B-B14F-4D97-AF65-F5344CB8AC3E}">
        <p14:creationId xmlns:p14="http://schemas.microsoft.com/office/powerpoint/2010/main" val="2502504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ts illustré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76E1CBD-BDE9-41B5-9F7F-AE6FAAE94E80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D1FBDD-510F-453F-9AD6-ADF5CD5477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3509200-7C4A-4A12-A58E-657F7947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276789"/>
            <a:ext cx="5369863" cy="166382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AF6A196F-4BBA-441F-B4CA-73A8774D25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3944885"/>
            <a:ext cx="5369863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4604071-6E9A-41EC-80A4-F5A675337B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1" y="1728200"/>
            <a:ext cx="1592683" cy="398327"/>
          </a:xfrm>
          <a:prstGeom prst="roundRect">
            <a:avLst/>
          </a:prstGeom>
          <a:solidFill>
            <a:schemeClr val="accent1"/>
          </a:solidFill>
        </p:spPr>
        <p:txBody>
          <a:bodyPr wrap="none" lIns="72000" tIns="36000" rIns="72000" bIns="36000" anchor="ctr">
            <a:spAutoFit/>
          </a:bodyPr>
          <a:lstStyle>
            <a:lvl1pPr>
              <a:defRPr sz="1867" b="0" cap="all" baseline="0">
                <a:solidFill>
                  <a:schemeClr val="bg1"/>
                </a:solidFill>
                <a:latin typeface="+mj-lt"/>
              </a:defRPr>
            </a:lvl1pPr>
            <a:lvl2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2pPr>
            <a:lvl3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3pPr>
            <a:lvl4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4pPr>
            <a:lvl5pPr>
              <a:defRPr sz="1867" b="1" cap="all" baseline="0">
                <a:solidFill>
                  <a:schemeClr val="bg1"/>
                </a:solidFill>
                <a:latin typeface="Avenir LT Std 65 Medium" panose="020B0803020203020204" pitchFamily="34" charset="0"/>
              </a:defRPr>
            </a:lvl5pPr>
          </a:lstStyle>
          <a:p>
            <a:pPr lvl="0"/>
            <a:r>
              <a:rPr lang="fr-FR"/>
              <a:t>PROJET N°2</a:t>
            </a:r>
          </a:p>
        </p:txBody>
      </p:sp>
    </p:spTree>
    <p:extLst>
      <p:ext uri="{BB962C8B-B14F-4D97-AF65-F5344CB8AC3E}">
        <p14:creationId xmlns:p14="http://schemas.microsoft.com/office/powerpoint/2010/main" val="2026803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FA248BA8-B3F1-44F4-95EF-ECBB7ED9B264}"/>
              </a:ext>
            </a:extLst>
          </p:cNvPr>
          <p:cNvGrpSpPr/>
          <p:nvPr userDrawn="1"/>
        </p:nvGrpSpPr>
        <p:grpSpPr>
          <a:xfrm>
            <a:off x="719666" y="2499791"/>
            <a:ext cx="5676369" cy="2897443"/>
            <a:chOff x="539749" y="1874843"/>
            <a:chExt cx="4257277" cy="2173082"/>
          </a:xfrm>
        </p:grpSpPr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B9C0B72E-96C4-4DEE-8D42-29E2BF4312C7}"/>
                </a:ext>
              </a:extLst>
            </p:cNvPr>
            <p:cNvSpPr>
              <a:spLocks/>
            </p:cNvSpPr>
            <p:nvPr userDrawn="1"/>
          </p:nvSpPr>
          <p:spPr>
            <a:xfrm>
              <a:off x="855765" y="1874843"/>
              <a:ext cx="3625245" cy="2039200"/>
            </a:xfrm>
            <a:custGeom>
              <a:avLst/>
              <a:gdLst>
                <a:gd name="connsiteX0" fmla="*/ 92975 w 3625245"/>
                <a:gd name="connsiteY0" fmla="*/ 79650 h 2039200"/>
                <a:gd name="connsiteX1" fmla="*/ 82203 w 3625245"/>
                <a:gd name="connsiteY1" fmla="*/ 90422 h 2039200"/>
                <a:gd name="connsiteX2" fmla="*/ 82203 w 3625245"/>
                <a:gd name="connsiteY2" fmla="*/ 1948777 h 2039200"/>
                <a:gd name="connsiteX3" fmla="*/ 92975 w 3625245"/>
                <a:gd name="connsiteY3" fmla="*/ 1959549 h 2039200"/>
                <a:gd name="connsiteX4" fmla="*/ 3532271 w 3625245"/>
                <a:gd name="connsiteY4" fmla="*/ 1959549 h 2039200"/>
                <a:gd name="connsiteX5" fmla="*/ 3543043 w 3625245"/>
                <a:gd name="connsiteY5" fmla="*/ 1948777 h 2039200"/>
                <a:gd name="connsiteX6" fmla="*/ 3543043 w 3625245"/>
                <a:gd name="connsiteY6" fmla="*/ 90422 h 2039200"/>
                <a:gd name="connsiteX7" fmla="*/ 3532271 w 3625245"/>
                <a:gd name="connsiteY7" fmla="*/ 79650 h 2039200"/>
                <a:gd name="connsiteX8" fmla="*/ 69781 w 3625245"/>
                <a:gd name="connsiteY8" fmla="*/ 0 h 2039200"/>
                <a:gd name="connsiteX9" fmla="*/ 3555464 w 3625245"/>
                <a:gd name="connsiteY9" fmla="*/ 0 h 2039200"/>
                <a:gd name="connsiteX10" fmla="*/ 3625245 w 3625245"/>
                <a:gd name="connsiteY10" fmla="*/ 69781 h 2039200"/>
                <a:gd name="connsiteX11" fmla="*/ 3625245 w 3625245"/>
                <a:gd name="connsiteY11" fmla="*/ 1969419 h 2039200"/>
                <a:gd name="connsiteX12" fmla="*/ 3555464 w 3625245"/>
                <a:gd name="connsiteY12" fmla="*/ 2039200 h 2039200"/>
                <a:gd name="connsiteX13" fmla="*/ 69781 w 3625245"/>
                <a:gd name="connsiteY13" fmla="*/ 2039200 h 2039200"/>
                <a:gd name="connsiteX14" fmla="*/ 0 w 3625245"/>
                <a:gd name="connsiteY14" fmla="*/ 1969419 h 2039200"/>
                <a:gd name="connsiteX15" fmla="*/ 0 w 3625245"/>
                <a:gd name="connsiteY15" fmla="*/ 69781 h 2039200"/>
                <a:gd name="connsiteX16" fmla="*/ 69781 w 3625245"/>
                <a:gd name="connsiteY16" fmla="*/ 0 h 20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5245" h="2039200">
                  <a:moveTo>
                    <a:pt x="92975" y="79650"/>
                  </a:moveTo>
                  <a:cubicBezTo>
                    <a:pt x="87026" y="79650"/>
                    <a:pt x="82203" y="84473"/>
                    <a:pt x="82203" y="90422"/>
                  </a:cubicBezTo>
                  <a:lnTo>
                    <a:pt x="82203" y="1948777"/>
                  </a:lnTo>
                  <a:cubicBezTo>
                    <a:pt x="82203" y="1954726"/>
                    <a:pt x="87026" y="1959549"/>
                    <a:pt x="92975" y="1959549"/>
                  </a:cubicBezTo>
                  <a:lnTo>
                    <a:pt x="3532271" y="1959549"/>
                  </a:lnTo>
                  <a:cubicBezTo>
                    <a:pt x="3538220" y="1959549"/>
                    <a:pt x="3543043" y="1954726"/>
                    <a:pt x="3543043" y="1948777"/>
                  </a:cubicBezTo>
                  <a:lnTo>
                    <a:pt x="3543043" y="90422"/>
                  </a:lnTo>
                  <a:cubicBezTo>
                    <a:pt x="3543043" y="84473"/>
                    <a:pt x="3538220" y="79650"/>
                    <a:pt x="3532271" y="79650"/>
                  </a:cubicBezTo>
                  <a:close/>
                  <a:moveTo>
                    <a:pt x="69781" y="0"/>
                  </a:moveTo>
                  <a:lnTo>
                    <a:pt x="3555464" y="0"/>
                  </a:lnTo>
                  <a:cubicBezTo>
                    <a:pt x="3594003" y="0"/>
                    <a:pt x="3625245" y="31242"/>
                    <a:pt x="3625245" y="69781"/>
                  </a:cubicBezTo>
                  <a:lnTo>
                    <a:pt x="3625245" y="1969419"/>
                  </a:lnTo>
                  <a:cubicBezTo>
                    <a:pt x="3625245" y="2007958"/>
                    <a:pt x="3594003" y="2039200"/>
                    <a:pt x="3555464" y="2039200"/>
                  </a:cubicBezTo>
                  <a:lnTo>
                    <a:pt x="69781" y="2039200"/>
                  </a:lnTo>
                  <a:cubicBezTo>
                    <a:pt x="31242" y="2039200"/>
                    <a:pt x="0" y="2007958"/>
                    <a:pt x="0" y="1969419"/>
                  </a:cubicBezTo>
                  <a:lnTo>
                    <a:pt x="0" y="69781"/>
                  </a:lnTo>
                  <a:cubicBezTo>
                    <a:pt x="0" y="31242"/>
                    <a:pt x="31242" y="0"/>
                    <a:pt x="697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D4D4F">
                    <a:shade val="30000"/>
                    <a:satMod val="115000"/>
                  </a:srgbClr>
                </a:gs>
                <a:gs pos="50000">
                  <a:srgbClr val="4D4D4F">
                    <a:shade val="67500"/>
                    <a:satMod val="115000"/>
                  </a:srgbClr>
                </a:gs>
                <a:gs pos="100000">
                  <a:srgbClr val="4D4D4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solidFill>
                  <a:schemeClr val="tx1"/>
                </a:solidFill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8C069D82-CA1A-43C5-BC91-D7F15B883EC9}"/>
                </a:ext>
              </a:extLst>
            </p:cNvPr>
            <p:cNvGrpSpPr/>
            <p:nvPr userDrawn="1"/>
          </p:nvGrpSpPr>
          <p:grpSpPr>
            <a:xfrm>
              <a:off x="539749" y="3836723"/>
              <a:ext cx="4257277" cy="211202"/>
              <a:chOff x="539749" y="3836723"/>
              <a:chExt cx="4257277" cy="21120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0235AA0-19AA-411A-B499-3F8EDECC0CA1}"/>
                  </a:ext>
                </a:extLst>
              </p:cNvPr>
              <p:cNvSpPr/>
              <p:nvPr/>
            </p:nvSpPr>
            <p:spPr>
              <a:xfrm>
                <a:off x="855765" y="3836723"/>
                <a:ext cx="3625245" cy="77320"/>
              </a:xfrm>
              <a:prstGeom prst="rect">
                <a:avLst/>
              </a:prstGeom>
              <a:solidFill>
                <a:srgbClr val="2B2B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t"/>
              <a:lstStyle/>
              <a:p>
                <a:pPr algn="l"/>
                <a:endParaRPr lang="fr-FR" sz="1333"/>
              </a:p>
            </p:txBody>
          </p:sp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1F90AF49-722E-48E9-BF8E-2C3DF0279080}"/>
                  </a:ext>
                </a:extLst>
              </p:cNvPr>
              <p:cNvGrpSpPr/>
              <p:nvPr/>
            </p:nvGrpSpPr>
            <p:grpSpPr>
              <a:xfrm>
                <a:off x="539749" y="3907217"/>
                <a:ext cx="4257277" cy="140708"/>
                <a:chOff x="1863556" y="4186083"/>
                <a:chExt cx="3222794" cy="152185"/>
              </a:xfrm>
            </p:grpSpPr>
            <p:sp>
              <p:nvSpPr>
                <p:cNvPr id="33" name="Freeform 27">
                  <a:extLst>
                    <a:ext uri="{FF2B5EF4-FFF2-40B4-BE49-F238E27FC236}">
                      <a16:creationId xmlns:a16="http://schemas.microsoft.com/office/drawing/2014/main" id="{CF89E6FA-B308-4BA4-BDFB-8B96FEB72F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3556" y="4186083"/>
                  <a:ext cx="3222794" cy="81689"/>
                </a:xfrm>
                <a:custGeom>
                  <a:avLst/>
                  <a:gdLst>
                    <a:gd name="T0" fmla="*/ 2784 w 2784"/>
                    <a:gd name="T1" fmla="*/ 54 h 69"/>
                    <a:gd name="T2" fmla="*/ 2784 w 2784"/>
                    <a:gd name="T3" fmla="*/ 0 h 69"/>
                    <a:gd name="T4" fmla="*/ 0 w 2784"/>
                    <a:gd name="T5" fmla="*/ 0 h 69"/>
                    <a:gd name="T6" fmla="*/ 0 w 2784"/>
                    <a:gd name="T7" fmla="*/ 54 h 69"/>
                    <a:gd name="T8" fmla="*/ 2 w 2784"/>
                    <a:gd name="T9" fmla="*/ 69 h 69"/>
                    <a:gd name="T10" fmla="*/ 2782 w 2784"/>
                    <a:gd name="T11" fmla="*/ 69 h 69"/>
                    <a:gd name="T12" fmla="*/ 2784 w 2784"/>
                    <a:gd name="T13" fmla="*/ 54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84" h="69">
                      <a:moveTo>
                        <a:pt x="2784" y="54"/>
                      </a:moveTo>
                      <a:cubicBezTo>
                        <a:pt x="2784" y="24"/>
                        <a:pt x="2784" y="38"/>
                        <a:pt x="27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4"/>
                        <a:pt x="0" y="24"/>
                        <a:pt x="0" y="54"/>
                      </a:cubicBezTo>
                      <a:cubicBezTo>
                        <a:pt x="0" y="59"/>
                        <a:pt x="1" y="64"/>
                        <a:pt x="2" y="69"/>
                      </a:cubicBezTo>
                      <a:cubicBezTo>
                        <a:pt x="2782" y="69"/>
                        <a:pt x="2782" y="69"/>
                        <a:pt x="2782" y="69"/>
                      </a:cubicBezTo>
                      <a:cubicBezTo>
                        <a:pt x="2783" y="64"/>
                        <a:pt x="2784" y="59"/>
                        <a:pt x="2784" y="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  <a:gs pos="53000">
                      <a:srgbClr val="DEDEDE">
                        <a:shade val="67500"/>
                        <a:satMod val="115000"/>
                        <a:lumMod val="22000"/>
                        <a:lumOff val="78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  <p:sp>
              <p:nvSpPr>
                <p:cNvPr id="34" name="Freeform 28">
                  <a:extLst>
                    <a:ext uri="{FF2B5EF4-FFF2-40B4-BE49-F238E27FC236}">
                      <a16:creationId xmlns:a16="http://schemas.microsoft.com/office/drawing/2014/main" id="{886BC73D-F50F-4C2A-A535-534CB074DD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794" y="4267770"/>
                  <a:ext cx="3219437" cy="70498"/>
                </a:xfrm>
                <a:custGeom>
                  <a:avLst/>
                  <a:gdLst>
                    <a:gd name="T0" fmla="*/ 0 w 2781"/>
                    <a:gd name="T1" fmla="*/ 0 h 60"/>
                    <a:gd name="T2" fmla="*/ 118 w 2781"/>
                    <a:gd name="T3" fmla="*/ 60 h 60"/>
                    <a:gd name="T4" fmla="*/ 2683 w 2781"/>
                    <a:gd name="T5" fmla="*/ 59 h 60"/>
                    <a:gd name="T6" fmla="*/ 2781 w 2781"/>
                    <a:gd name="T7" fmla="*/ 0 h 60"/>
                    <a:gd name="T8" fmla="*/ 0 w 2781"/>
                    <a:gd name="T9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81" h="60">
                      <a:moveTo>
                        <a:pt x="0" y="0"/>
                      </a:moveTo>
                      <a:cubicBezTo>
                        <a:pt x="7" y="31"/>
                        <a:pt x="92" y="60"/>
                        <a:pt x="118" y="60"/>
                      </a:cubicBezTo>
                      <a:cubicBezTo>
                        <a:pt x="2683" y="59"/>
                        <a:pt x="2683" y="59"/>
                        <a:pt x="2683" y="59"/>
                      </a:cubicBezTo>
                      <a:cubicBezTo>
                        <a:pt x="2709" y="59"/>
                        <a:pt x="2775" y="31"/>
                        <a:pt x="278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EDEDE">
                        <a:shade val="30000"/>
                        <a:satMod val="115000"/>
                      </a:srgbClr>
                    </a:gs>
                    <a:gs pos="50000">
                      <a:srgbClr val="DEDEDE">
                        <a:shade val="67500"/>
                        <a:satMod val="115000"/>
                      </a:srgbClr>
                    </a:gs>
                    <a:gs pos="100000">
                      <a:srgbClr val="DEDEDE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</p:grpSp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D33D0068-373A-44AF-A54E-07522C7B1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893" y="3930834"/>
                <a:ext cx="1319313" cy="35478"/>
              </a:xfrm>
              <a:custGeom>
                <a:avLst/>
                <a:gdLst>
                  <a:gd name="T0" fmla="*/ 863 w 863"/>
                  <a:gd name="T1" fmla="*/ 11 h 23"/>
                  <a:gd name="T2" fmla="*/ 853 w 863"/>
                  <a:gd name="T3" fmla="*/ 23 h 23"/>
                  <a:gd name="T4" fmla="*/ 10 w 863"/>
                  <a:gd name="T5" fmla="*/ 23 h 23"/>
                  <a:gd name="T6" fmla="*/ 0 w 863"/>
                  <a:gd name="T7" fmla="*/ 11 h 23"/>
                  <a:gd name="T8" fmla="*/ 0 w 863"/>
                  <a:gd name="T9" fmla="*/ 11 h 23"/>
                  <a:gd name="T10" fmla="*/ 10 w 863"/>
                  <a:gd name="T11" fmla="*/ 0 h 23"/>
                  <a:gd name="T12" fmla="*/ 853 w 863"/>
                  <a:gd name="T13" fmla="*/ 0 h 23"/>
                  <a:gd name="T14" fmla="*/ 863 w 863"/>
                  <a:gd name="T15" fmla="*/ 1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3" h="23">
                    <a:moveTo>
                      <a:pt x="863" y="11"/>
                    </a:moveTo>
                    <a:cubicBezTo>
                      <a:pt x="863" y="18"/>
                      <a:pt x="858" y="23"/>
                      <a:pt x="853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4" y="23"/>
                      <a:pt x="0" y="18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853" y="0"/>
                      <a:pt x="853" y="0"/>
                      <a:pt x="853" y="0"/>
                    </a:cubicBezTo>
                    <a:cubicBezTo>
                      <a:pt x="858" y="0"/>
                      <a:pt x="863" y="5"/>
                      <a:pt x="863" y="11"/>
                    </a:cubicBezTo>
                    <a:close/>
                  </a:path>
                </a:pathLst>
              </a:cu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30" name="Oval 30">
                <a:extLst>
                  <a:ext uri="{FF2B5EF4-FFF2-40B4-BE49-F238E27FC236}">
                    <a16:creationId xmlns:a16="http://schemas.microsoft.com/office/drawing/2014/main" id="{8641E2BF-72AA-4D18-9675-B47C02509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004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31" name="Oval 31">
                <a:extLst>
                  <a:ext uri="{FF2B5EF4-FFF2-40B4-BE49-F238E27FC236}">
                    <a16:creationId xmlns:a16="http://schemas.microsoft.com/office/drawing/2014/main" id="{121C7AC1-4D03-403D-9B49-1D26954B7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742" y="3933790"/>
                <a:ext cx="36956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32" name="Oval 32">
                <a:extLst>
                  <a:ext uri="{FF2B5EF4-FFF2-40B4-BE49-F238E27FC236}">
                    <a16:creationId xmlns:a16="http://schemas.microsoft.com/office/drawing/2014/main" id="{D49983E4-BCC2-4F0F-A624-A67E12A65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000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</p:grpSp>
      </p:grpSp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33A6A5-B836-4ECE-9841-304CD4DCC05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1267884"/>
            <a:ext cx="10752667" cy="6720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2" name="Espace réservé pour une image  10">
            <a:extLst>
              <a:ext uri="{FF2B5EF4-FFF2-40B4-BE49-F238E27FC236}">
                <a16:creationId xmlns:a16="http://schemas.microsoft.com/office/drawing/2014/main" id="{D9DC552E-2C5D-4B68-8DB5-A401A27741A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250624" y="2605993"/>
            <a:ext cx="4614453" cy="25065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3E93C1B-2110-4899-A326-EE2BE69165C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815418" y="2224617"/>
            <a:ext cx="4659033" cy="374861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2C621D6-4114-4052-9DDD-D562DBAB89C4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7EB67F88-8FFB-418D-8C9A-75AF302727F5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517915-3E75-4565-8828-5B1E224353A3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AEE3B81-6060-4AE8-AA34-FBEB560FFED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790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69" y="111683"/>
            <a:ext cx="10752665" cy="1151924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33A6A5-B836-4ECE-9841-304CD4DCC05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1267885"/>
            <a:ext cx="10752667" cy="534769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133" b="0">
                <a:solidFill>
                  <a:srgbClr val="747678"/>
                </a:solidFill>
                <a:latin typeface="+mn-lt"/>
              </a:defRPr>
            </a:lvl1pPr>
            <a:lvl2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21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D88EE0E-6140-4589-AA12-C3CA769D41E3}"/>
              </a:ext>
            </a:extLst>
          </p:cNvPr>
          <p:cNvGrpSpPr/>
          <p:nvPr userDrawn="1"/>
        </p:nvGrpSpPr>
        <p:grpSpPr>
          <a:xfrm>
            <a:off x="3257817" y="1901611"/>
            <a:ext cx="5676369" cy="2897443"/>
            <a:chOff x="539749" y="1874843"/>
            <a:chExt cx="4257277" cy="2173082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FE04CA71-B33D-4C02-8040-5B2CFC5F7A4F}"/>
                </a:ext>
              </a:extLst>
            </p:cNvPr>
            <p:cNvSpPr>
              <a:spLocks/>
            </p:cNvSpPr>
            <p:nvPr userDrawn="1"/>
          </p:nvSpPr>
          <p:spPr>
            <a:xfrm>
              <a:off x="855765" y="1874843"/>
              <a:ext cx="3625245" cy="2039200"/>
            </a:xfrm>
            <a:custGeom>
              <a:avLst/>
              <a:gdLst>
                <a:gd name="connsiteX0" fmla="*/ 92975 w 3625245"/>
                <a:gd name="connsiteY0" fmla="*/ 79650 h 2039200"/>
                <a:gd name="connsiteX1" fmla="*/ 82203 w 3625245"/>
                <a:gd name="connsiteY1" fmla="*/ 90422 h 2039200"/>
                <a:gd name="connsiteX2" fmla="*/ 82203 w 3625245"/>
                <a:gd name="connsiteY2" fmla="*/ 1948777 h 2039200"/>
                <a:gd name="connsiteX3" fmla="*/ 92975 w 3625245"/>
                <a:gd name="connsiteY3" fmla="*/ 1959549 h 2039200"/>
                <a:gd name="connsiteX4" fmla="*/ 3532271 w 3625245"/>
                <a:gd name="connsiteY4" fmla="*/ 1959549 h 2039200"/>
                <a:gd name="connsiteX5" fmla="*/ 3543043 w 3625245"/>
                <a:gd name="connsiteY5" fmla="*/ 1948777 h 2039200"/>
                <a:gd name="connsiteX6" fmla="*/ 3543043 w 3625245"/>
                <a:gd name="connsiteY6" fmla="*/ 90422 h 2039200"/>
                <a:gd name="connsiteX7" fmla="*/ 3532271 w 3625245"/>
                <a:gd name="connsiteY7" fmla="*/ 79650 h 2039200"/>
                <a:gd name="connsiteX8" fmla="*/ 69781 w 3625245"/>
                <a:gd name="connsiteY8" fmla="*/ 0 h 2039200"/>
                <a:gd name="connsiteX9" fmla="*/ 3555464 w 3625245"/>
                <a:gd name="connsiteY9" fmla="*/ 0 h 2039200"/>
                <a:gd name="connsiteX10" fmla="*/ 3625245 w 3625245"/>
                <a:gd name="connsiteY10" fmla="*/ 69781 h 2039200"/>
                <a:gd name="connsiteX11" fmla="*/ 3625245 w 3625245"/>
                <a:gd name="connsiteY11" fmla="*/ 1969419 h 2039200"/>
                <a:gd name="connsiteX12" fmla="*/ 3555464 w 3625245"/>
                <a:gd name="connsiteY12" fmla="*/ 2039200 h 2039200"/>
                <a:gd name="connsiteX13" fmla="*/ 69781 w 3625245"/>
                <a:gd name="connsiteY13" fmla="*/ 2039200 h 2039200"/>
                <a:gd name="connsiteX14" fmla="*/ 0 w 3625245"/>
                <a:gd name="connsiteY14" fmla="*/ 1969419 h 2039200"/>
                <a:gd name="connsiteX15" fmla="*/ 0 w 3625245"/>
                <a:gd name="connsiteY15" fmla="*/ 69781 h 2039200"/>
                <a:gd name="connsiteX16" fmla="*/ 69781 w 3625245"/>
                <a:gd name="connsiteY16" fmla="*/ 0 h 20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5245" h="2039200">
                  <a:moveTo>
                    <a:pt x="92975" y="79650"/>
                  </a:moveTo>
                  <a:cubicBezTo>
                    <a:pt x="87026" y="79650"/>
                    <a:pt x="82203" y="84473"/>
                    <a:pt x="82203" y="90422"/>
                  </a:cubicBezTo>
                  <a:lnTo>
                    <a:pt x="82203" y="1948777"/>
                  </a:lnTo>
                  <a:cubicBezTo>
                    <a:pt x="82203" y="1954726"/>
                    <a:pt x="87026" y="1959549"/>
                    <a:pt x="92975" y="1959549"/>
                  </a:cubicBezTo>
                  <a:lnTo>
                    <a:pt x="3532271" y="1959549"/>
                  </a:lnTo>
                  <a:cubicBezTo>
                    <a:pt x="3538220" y="1959549"/>
                    <a:pt x="3543043" y="1954726"/>
                    <a:pt x="3543043" y="1948777"/>
                  </a:cubicBezTo>
                  <a:lnTo>
                    <a:pt x="3543043" y="90422"/>
                  </a:lnTo>
                  <a:cubicBezTo>
                    <a:pt x="3543043" y="84473"/>
                    <a:pt x="3538220" y="79650"/>
                    <a:pt x="3532271" y="79650"/>
                  </a:cubicBezTo>
                  <a:close/>
                  <a:moveTo>
                    <a:pt x="69781" y="0"/>
                  </a:moveTo>
                  <a:lnTo>
                    <a:pt x="3555464" y="0"/>
                  </a:lnTo>
                  <a:cubicBezTo>
                    <a:pt x="3594003" y="0"/>
                    <a:pt x="3625245" y="31242"/>
                    <a:pt x="3625245" y="69781"/>
                  </a:cubicBezTo>
                  <a:lnTo>
                    <a:pt x="3625245" y="1969419"/>
                  </a:lnTo>
                  <a:cubicBezTo>
                    <a:pt x="3625245" y="2007958"/>
                    <a:pt x="3594003" y="2039200"/>
                    <a:pt x="3555464" y="2039200"/>
                  </a:cubicBezTo>
                  <a:lnTo>
                    <a:pt x="69781" y="2039200"/>
                  </a:lnTo>
                  <a:cubicBezTo>
                    <a:pt x="31242" y="2039200"/>
                    <a:pt x="0" y="2007958"/>
                    <a:pt x="0" y="1969419"/>
                  </a:cubicBezTo>
                  <a:lnTo>
                    <a:pt x="0" y="69781"/>
                  </a:lnTo>
                  <a:cubicBezTo>
                    <a:pt x="0" y="31242"/>
                    <a:pt x="31242" y="0"/>
                    <a:pt x="697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D4D4F">
                    <a:shade val="30000"/>
                    <a:satMod val="115000"/>
                  </a:srgbClr>
                </a:gs>
                <a:gs pos="50000">
                  <a:srgbClr val="4D4D4F">
                    <a:shade val="67500"/>
                    <a:satMod val="115000"/>
                  </a:srgbClr>
                </a:gs>
                <a:gs pos="100000">
                  <a:srgbClr val="4D4D4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solidFill>
                  <a:schemeClr val="tx1"/>
                </a:solidFill>
              </a:endParaRPr>
            </a:p>
          </p:txBody>
        </p: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73255294-B23B-4FC6-9019-5A6503139634}"/>
                </a:ext>
              </a:extLst>
            </p:cNvPr>
            <p:cNvGrpSpPr/>
            <p:nvPr userDrawn="1"/>
          </p:nvGrpSpPr>
          <p:grpSpPr>
            <a:xfrm>
              <a:off x="539749" y="3836723"/>
              <a:ext cx="4257277" cy="211202"/>
              <a:chOff x="539749" y="3836723"/>
              <a:chExt cx="4257277" cy="211202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02DF0FF-3181-41AA-89BA-1591C4E6B219}"/>
                  </a:ext>
                </a:extLst>
              </p:cNvPr>
              <p:cNvSpPr/>
              <p:nvPr/>
            </p:nvSpPr>
            <p:spPr>
              <a:xfrm>
                <a:off x="855765" y="3836723"/>
                <a:ext cx="3625245" cy="77320"/>
              </a:xfrm>
              <a:prstGeom prst="rect">
                <a:avLst/>
              </a:prstGeom>
              <a:solidFill>
                <a:srgbClr val="2B2B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t"/>
              <a:lstStyle/>
              <a:p>
                <a:pPr algn="l"/>
                <a:endParaRPr lang="fr-FR" sz="1333"/>
              </a:p>
            </p:txBody>
          </p:sp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21C4FD18-C4C2-4A66-BDB0-89737521657F}"/>
                  </a:ext>
                </a:extLst>
              </p:cNvPr>
              <p:cNvGrpSpPr/>
              <p:nvPr/>
            </p:nvGrpSpPr>
            <p:grpSpPr>
              <a:xfrm>
                <a:off x="539749" y="3907217"/>
                <a:ext cx="4257277" cy="140708"/>
                <a:chOff x="1863556" y="4186083"/>
                <a:chExt cx="3222794" cy="152185"/>
              </a:xfrm>
            </p:grpSpPr>
            <p:sp>
              <p:nvSpPr>
                <p:cNvPr id="38" name="Freeform 27">
                  <a:extLst>
                    <a:ext uri="{FF2B5EF4-FFF2-40B4-BE49-F238E27FC236}">
                      <a16:creationId xmlns:a16="http://schemas.microsoft.com/office/drawing/2014/main" id="{EF1325D8-902E-4A0B-879E-F41B0B8091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3556" y="4186083"/>
                  <a:ext cx="3222794" cy="81689"/>
                </a:xfrm>
                <a:custGeom>
                  <a:avLst/>
                  <a:gdLst>
                    <a:gd name="T0" fmla="*/ 2784 w 2784"/>
                    <a:gd name="T1" fmla="*/ 54 h 69"/>
                    <a:gd name="T2" fmla="*/ 2784 w 2784"/>
                    <a:gd name="T3" fmla="*/ 0 h 69"/>
                    <a:gd name="T4" fmla="*/ 0 w 2784"/>
                    <a:gd name="T5" fmla="*/ 0 h 69"/>
                    <a:gd name="T6" fmla="*/ 0 w 2784"/>
                    <a:gd name="T7" fmla="*/ 54 h 69"/>
                    <a:gd name="T8" fmla="*/ 2 w 2784"/>
                    <a:gd name="T9" fmla="*/ 69 h 69"/>
                    <a:gd name="T10" fmla="*/ 2782 w 2784"/>
                    <a:gd name="T11" fmla="*/ 69 h 69"/>
                    <a:gd name="T12" fmla="*/ 2784 w 2784"/>
                    <a:gd name="T13" fmla="*/ 54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84" h="69">
                      <a:moveTo>
                        <a:pt x="2784" y="54"/>
                      </a:moveTo>
                      <a:cubicBezTo>
                        <a:pt x="2784" y="24"/>
                        <a:pt x="2784" y="38"/>
                        <a:pt x="27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4"/>
                        <a:pt x="0" y="24"/>
                        <a:pt x="0" y="54"/>
                      </a:cubicBezTo>
                      <a:cubicBezTo>
                        <a:pt x="0" y="59"/>
                        <a:pt x="1" y="64"/>
                        <a:pt x="2" y="69"/>
                      </a:cubicBezTo>
                      <a:cubicBezTo>
                        <a:pt x="2782" y="69"/>
                        <a:pt x="2782" y="69"/>
                        <a:pt x="2782" y="69"/>
                      </a:cubicBezTo>
                      <a:cubicBezTo>
                        <a:pt x="2783" y="64"/>
                        <a:pt x="2784" y="59"/>
                        <a:pt x="2784" y="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  <a:gs pos="53000">
                      <a:srgbClr val="DEDEDE">
                        <a:shade val="67500"/>
                        <a:satMod val="115000"/>
                        <a:lumMod val="22000"/>
                        <a:lumOff val="78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  <p:sp>
              <p:nvSpPr>
                <p:cNvPr id="39" name="Freeform 28">
                  <a:extLst>
                    <a:ext uri="{FF2B5EF4-FFF2-40B4-BE49-F238E27FC236}">
                      <a16:creationId xmlns:a16="http://schemas.microsoft.com/office/drawing/2014/main" id="{A6EDCD60-4E38-46DE-9DCA-2502D654D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794" y="4267770"/>
                  <a:ext cx="3219437" cy="70498"/>
                </a:xfrm>
                <a:custGeom>
                  <a:avLst/>
                  <a:gdLst>
                    <a:gd name="T0" fmla="*/ 0 w 2781"/>
                    <a:gd name="T1" fmla="*/ 0 h 60"/>
                    <a:gd name="T2" fmla="*/ 118 w 2781"/>
                    <a:gd name="T3" fmla="*/ 60 h 60"/>
                    <a:gd name="T4" fmla="*/ 2683 w 2781"/>
                    <a:gd name="T5" fmla="*/ 59 h 60"/>
                    <a:gd name="T6" fmla="*/ 2781 w 2781"/>
                    <a:gd name="T7" fmla="*/ 0 h 60"/>
                    <a:gd name="T8" fmla="*/ 0 w 2781"/>
                    <a:gd name="T9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81" h="60">
                      <a:moveTo>
                        <a:pt x="0" y="0"/>
                      </a:moveTo>
                      <a:cubicBezTo>
                        <a:pt x="7" y="31"/>
                        <a:pt x="92" y="60"/>
                        <a:pt x="118" y="60"/>
                      </a:cubicBezTo>
                      <a:cubicBezTo>
                        <a:pt x="2683" y="59"/>
                        <a:pt x="2683" y="59"/>
                        <a:pt x="2683" y="59"/>
                      </a:cubicBezTo>
                      <a:cubicBezTo>
                        <a:pt x="2709" y="59"/>
                        <a:pt x="2775" y="31"/>
                        <a:pt x="278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EDEDE">
                        <a:shade val="30000"/>
                        <a:satMod val="115000"/>
                      </a:srgbClr>
                    </a:gs>
                    <a:gs pos="50000">
                      <a:srgbClr val="DEDEDE">
                        <a:shade val="67500"/>
                        <a:satMod val="115000"/>
                      </a:srgbClr>
                    </a:gs>
                    <a:gs pos="100000">
                      <a:srgbClr val="DEDEDE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</p:grpSp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id="{C377BB19-3E42-47F7-B5C5-F53B701CA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893" y="3930834"/>
                <a:ext cx="1319313" cy="35478"/>
              </a:xfrm>
              <a:custGeom>
                <a:avLst/>
                <a:gdLst>
                  <a:gd name="T0" fmla="*/ 863 w 863"/>
                  <a:gd name="T1" fmla="*/ 11 h 23"/>
                  <a:gd name="T2" fmla="*/ 853 w 863"/>
                  <a:gd name="T3" fmla="*/ 23 h 23"/>
                  <a:gd name="T4" fmla="*/ 10 w 863"/>
                  <a:gd name="T5" fmla="*/ 23 h 23"/>
                  <a:gd name="T6" fmla="*/ 0 w 863"/>
                  <a:gd name="T7" fmla="*/ 11 h 23"/>
                  <a:gd name="T8" fmla="*/ 0 w 863"/>
                  <a:gd name="T9" fmla="*/ 11 h 23"/>
                  <a:gd name="T10" fmla="*/ 10 w 863"/>
                  <a:gd name="T11" fmla="*/ 0 h 23"/>
                  <a:gd name="T12" fmla="*/ 853 w 863"/>
                  <a:gd name="T13" fmla="*/ 0 h 23"/>
                  <a:gd name="T14" fmla="*/ 863 w 863"/>
                  <a:gd name="T15" fmla="*/ 1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3" h="23">
                    <a:moveTo>
                      <a:pt x="863" y="11"/>
                    </a:moveTo>
                    <a:cubicBezTo>
                      <a:pt x="863" y="18"/>
                      <a:pt x="858" y="23"/>
                      <a:pt x="853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4" y="23"/>
                      <a:pt x="0" y="18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853" y="0"/>
                      <a:pt x="853" y="0"/>
                      <a:pt x="853" y="0"/>
                    </a:cubicBezTo>
                    <a:cubicBezTo>
                      <a:pt x="858" y="0"/>
                      <a:pt x="863" y="5"/>
                      <a:pt x="863" y="11"/>
                    </a:cubicBezTo>
                    <a:close/>
                  </a:path>
                </a:pathLst>
              </a:cu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27" name="Oval 30">
                <a:extLst>
                  <a:ext uri="{FF2B5EF4-FFF2-40B4-BE49-F238E27FC236}">
                    <a16:creationId xmlns:a16="http://schemas.microsoft.com/office/drawing/2014/main" id="{2E6E42F9-536F-44F8-8DBB-1EB1005A9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004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35" name="Oval 31">
                <a:extLst>
                  <a:ext uri="{FF2B5EF4-FFF2-40B4-BE49-F238E27FC236}">
                    <a16:creationId xmlns:a16="http://schemas.microsoft.com/office/drawing/2014/main" id="{81216392-1CD3-482F-BF7A-DBDDBAB38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742" y="3933790"/>
                <a:ext cx="36956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37" name="Oval 32">
                <a:extLst>
                  <a:ext uri="{FF2B5EF4-FFF2-40B4-BE49-F238E27FC236}">
                    <a16:creationId xmlns:a16="http://schemas.microsoft.com/office/drawing/2014/main" id="{4E094266-E0C6-410F-A1C9-72EA86DEB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000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</p:grpSp>
      </p:grpSp>
      <p:sp>
        <p:nvSpPr>
          <p:cNvPr id="41" name="Espace réservé pour une image  10">
            <a:extLst>
              <a:ext uri="{FF2B5EF4-FFF2-40B4-BE49-F238E27FC236}">
                <a16:creationId xmlns:a16="http://schemas.microsoft.com/office/drawing/2014/main" id="{1E5F6AD4-C540-44DC-A815-8B914C2C8B8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3788774" y="2007813"/>
            <a:ext cx="4614453" cy="25065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43" name="Espace réservé du texte 37">
            <a:extLst>
              <a:ext uri="{FF2B5EF4-FFF2-40B4-BE49-F238E27FC236}">
                <a16:creationId xmlns:a16="http://schemas.microsoft.com/office/drawing/2014/main" id="{217D231C-BA16-4F71-9B14-DFF91AE272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4" y="5269623"/>
            <a:ext cx="3354496" cy="713316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 algn="ctr"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9" name="Espace réservé du texte 37">
            <a:extLst>
              <a:ext uri="{FF2B5EF4-FFF2-40B4-BE49-F238E27FC236}">
                <a16:creationId xmlns:a16="http://schemas.microsoft.com/office/drawing/2014/main" id="{9634181E-9F0E-48DB-80C9-3A14F531919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18752" y="5269623"/>
            <a:ext cx="3354496" cy="713316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 algn="ctr"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0" name="Espace réservé du texte 37">
            <a:extLst>
              <a:ext uri="{FF2B5EF4-FFF2-40B4-BE49-F238E27FC236}">
                <a16:creationId xmlns:a16="http://schemas.microsoft.com/office/drawing/2014/main" id="{A5B7F549-B55D-4B04-A107-0104246037D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117837" y="5269623"/>
            <a:ext cx="3354496" cy="713316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  <a:lvl2pPr algn="ctr">
              <a:spcBef>
                <a:spcPts val="267"/>
              </a:spcBef>
              <a:defRPr sz="1467">
                <a:solidFill>
                  <a:srgbClr val="82786F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2BD1373-2B5F-474A-8F0B-76DDB2A09B6A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ED4E1DD7-0E20-4D90-82C1-5BA11677766D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646657-791E-4CB1-9857-284C589A6F05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117276-7087-48D5-922E-64BB5E457AA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9877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Espace réservé pour une image  10">
            <a:extLst>
              <a:ext uri="{FF2B5EF4-FFF2-40B4-BE49-F238E27FC236}">
                <a16:creationId xmlns:a16="http://schemas.microsoft.com/office/drawing/2014/main" id="{EA426759-992A-45A9-B8F0-BECD19803C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54962" y="2057341"/>
            <a:ext cx="2456764" cy="3451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69" y="111683"/>
            <a:ext cx="10752665" cy="1151924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62C3E5F-560D-4162-B7A3-42EEB9991C22}"/>
              </a:ext>
            </a:extLst>
          </p:cNvPr>
          <p:cNvGrpSpPr/>
          <p:nvPr userDrawn="1"/>
        </p:nvGrpSpPr>
        <p:grpSpPr>
          <a:xfrm>
            <a:off x="719667" y="1653795"/>
            <a:ext cx="2927348" cy="4258916"/>
            <a:chOff x="539750" y="1240346"/>
            <a:chExt cx="2195511" cy="3194187"/>
          </a:xfrm>
        </p:grpSpPr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FF79F22-9D2B-41BB-971C-4618EF996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750" y="1240346"/>
              <a:ext cx="2195511" cy="3194187"/>
            </a:xfrm>
            <a:custGeom>
              <a:avLst/>
              <a:gdLst>
                <a:gd name="connsiteX0" fmla="*/ 176470 w 2195511"/>
                <a:gd name="connsiteY0" fmla="*/ 302659 h 3194187"/>
                <a:gd name="connsiteX1" fmla="*/ 176470 w 2195511"/>
                <a:gd name="connsiteY1" fmla="*/ 2891528 h 3194187"/>
                <a:gd name="connsiteX2" fmla="*/ 2019043 w 2195511"/>
                <a:gd name="connsiteY2" fmla="*/ 2891528 h 3194187"/>
                <a:gd name="connsiteX3" fmla="*/ 2019043 w 2195511"/>
                <a:gd name="connsiteY3" fmla="*/ 302659 h 3194187"/>
                <a:gd name="connsiteX4" fmla="*/ 176741 w 2195511"/>
                <a:gd name="connsiteY4" fmla="*/ 0 h 3194187"/>
                <a:gd name="connsiteX5" fmla="*/ 2019332 w 2195511"/>
                <a:gd name="connsiteY5" fmla="*/ 0 h 3194187"/>
                <a:gd name="connsiteX6" fmla="*/ 2195511 w 2195511"/>
                <a:gd name="connsiteY6" fmla="*/ 176707 h 3194187"/>
                <a:gd name="connsiteX7" fmla="*/ 2195511 w 2195511"/>
                <a:gd name="connsiteY7" fmla="*/ 3017480 h 3194187"/>
                <a:gd name="connsiteX8" fmla="*/ 2019332 w 2195511"/>
                <a:gd name="connsiteY8" fmla="*/ 3194187 h 3194187"/>
                <a:gd name="connsiteX9" fmla="*/ 176741 w 2195511"/>
                <a:gd name="connsiteY9" fmla="*/ 3194187 h 3194187"/>
                <a:gd name="connsiteX10" fmla="*/ 0 w 2195511"/>
                <a:gd name="connsiteY10" fmla="*/ 3017480 h 3194187"/>
                <a:gd name="connsiteX11" fmla="*/ 0 w 2195511"/>
                <a:gd name="connsiteY11" fmla="*/ 176707 h 3194187"/>
                <a:gd name="connsiteX12" fmla="*/ 176741 w 2195511"/>
                <a:gd name="connsiteY12" fmla="*/ 0 h 31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5511" h="3194187">
                  <a:moveTo>
                    <a:pt x="176470" y="302659"/>
                  </a:moveTo>
                  <a:lnTo>
                    <a:pt x="176470" y="2891528"/>
                  </a:lnTo>
                  <a:lnTo>
                    <a:pt x="2019043" y="2891528"/>
                  </a:lnTo>
                  <a:lnTo>
                    <a:pt x="2019043" y="302659"/>
                  </a:lnTo>
                  <a:close/>
                  <a:moveTo>
                    <a:pt x="176741" y="0"/>
                  </a:moveTo>
                  <a:cubicBezTo>
                    <a:pt x="2019332" y="0"/>
                    <a:pt x="2019332" y="0"/>
                    <a:pt x="2019332" y="0"/>
                  </a:cubicBezTo>
                  <a:cubicBezTo>
                    <a:pt x="2116399" y="0"/>
                    <a:pt x="2195511" y="79097"/>
                    <a:pt x="2195511" y="176707"/>
                  </a:cubicBezTo>
                  <a:cubicBezTo>
                    <a:pt x="2195511" y="3017480"/>
                    <a:pt x="2195511" y="3017480"/>
                    <a:pt x="2195511" y="3017480"/>
                  </a:cubicBezTo>
                  <a:cubicBezTo>
                    <a:pt x="2195511" y="3115090"/>
                    <a:pt x="2116399" y="3194187"/>
                    <a:pt x="2019332" y="3194187"/>
                  </a:cubicBezTo>
                  <a:cubicBezTo>
                    <a:pt x="176741" y="3194187"/>
                    <a:pt x="176741" y="3194187"/>
                    <a:pt x="176741" y="3194187"/>
                  </a:cubicBezTo>
                  <a:cubicBezTo>
                    <a:pt x="79113" y="3194187"/>
                    <a:pt x="0" y="3115090"/>
                    <a:pt x="0" y="3017480"/>
                  </a:cubicBezTo>
                  <a:cubicBezTo>
                    <a:pt x="0" y="176707"/>
                    <a:pt x="0" y="176707"/>
                    <a:pt x="0" y="176707"/>
                  </a:cubicBezTo>
                  <a:cubicBezTo>
                    <a:pt x="0" y="79097"/>
                    <a:pt x="79113" y="0"/>
                    <a:pt x="176741" y="0"/>
                  </a:cubicBez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2400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5C2EA47-A82A-4C7F-967D-D2A9D0183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752" y="1357227"/>
              <a:ext cx="731508" cy="81827"/>
            </a:xfrm>
            <a:custGeom>
              <a:avLst/>
              <a:gdLst>
                <a:gd name="T0" fmla="*/ 1235 w 1304"/>
                <a:gd name="T1" fmla="*/ 145 h 145"/>
                <a:gd name="T2" fmla="*/ 68 w 1304"/>
                <a:gd name="T3" fmla="*/ 145 h 145"/>
                <a:gd name="T4" fmla="*/ 0 w 1304"/>
                <a:gd name="T5" fmla="*/ 68 h 145"/>
                <a:gd name="T6" fmla="*/ 69 w 1304"/>
                <a:gd name="T7" fmla="*/ 1 h 145"/>
                <a:gd name="T8" fmla="*/ 1236 w 1304"/>
                <a:gd name="T9" fmla="*/ 1 h 145"/>
                <a:gd name="T10" fmla="*/ 1303 w 1304"/>
                <a:gd name="T11" fmla="*/ 77 h 145"/>
                <a:gd name="T12" fmla="*/ 1235 w 1304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4" h="145">
                  <a:moveTo>
                    <a:pt x="1235" y="145"/>
                  </a:moveTo>
                  <a:cubicBezTo>
                    <a:pt x="68" y="145"/>
                    <a:pt x="68" y="145"/>
                    <a:pt x="68" y="145"/>
                  </a:cubicBezTo>
                  <a:cubicBezTo>
                    <a:pt x="30" y="145"/>
                    <a:pt x="0" y="106"/>
                    <a:pt x="0" y="68"/>
                  </a:cubicBezTo>
                  <a:cubicBezTo>
                    <a:pt x="0" y="31"/>
                    <a:pt x="31" y="0"/>
                    <a:pt x="69" y="1"/>
                  </a:cubicBezTo>
                  <a:cubicBezTo>
                    <a:pt x="1236" y="1"/>
                    <a:pt x="1236" y="1"/>
                    <a:pt x="1236" y="1"/>
                  </a:cubicBezTo>
                  <a:cubicBezTo>
                    <a:pt x="1273" y="1"/>
                    <a:pt x="1304" y="40"/>
                    <a:pt x="1303" y="77"/>
                  </a:cubicBezTo>
                  <a:cubicBezTo>
                    <a:pt x="1303" y="115"/>
                    <a:pt x="1272" y="145"/>
                    <a:pt x="1235" y="1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Oval 8">
              <a:extLst>
                <a:ext uri="{FF2B5EF4-FFF2-40B4-BE49-F238E27FC236}">
                  <a16:creationId xmlns:a16="http://schemas.microsoft.com/office/drawing/2014/main" id="{DAF3669F-04B0-43A7-ABE6-1C53F7747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524" y="4206264"/>
              <a:ext cx="141964" cy="14196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33" name="Espace réservé du texte 5">
            <a:extLst>
              <a:ext uri="{FF2B5EF4-FFF2-40B4-BE49-F238E27FC236}">
                <a16:creationId xmlns:a16="http://schemas.microsoft.com/office/drawing/2014/main" id="{424126C8-3A02-47CE-A814-3A453C6737B0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4021418" y="2057341"/>
            <a:ext cx="2252383" cy="34518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id="{3CCB32FA-0296-4996-9A5D-2203A334F61E}"/>
              </a:ext>
            </a:extLst>
          </p:cNvPr>
          <p:cNvSpPr>
            <a:spLocks/>
          </p:cNvSpPr>
          <p:nvPr userDrawn="1"/>
        </p:nvSpPr>
        <p:spPr bwMode="auto">
          <a:xfrm>
            <a:off x="6514737" y="2030578"/>
            <a:ext cx="266932" cy="388079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marR="0" lvl="2" indent="0" algn="l" defTabSz="121914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FFB612"/>
              </a:solidFill>
              <a:effectLst/>
              <a:uLnTx/>
              <a:uFillTx/>
              <a:latin typeface="Avenir LT Std 65 Medium"/>
              <a:ea typeface="+mn-ea"/>
              <a:cs typeface="+mn-cs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C3AE27-0120-45E3-B669-167DD8ADA2A3}"/>
              </a:ext>
            </a:extLst>
          </p:cNvPr>
          <p:cNvSpPr>
            <a:spLocks noGrp="1"/>
          </p:cNvSpPr>
          <p:nvPr userDrawn="1">
            <p:ph type="body" sz="quarter" idx="36"/>
          </p:nvPr>
        </p:nvSpPr>
        <p:spPr>
          <a:xfrm>
            <a:off x="7765801" y="1400499"/>
            <a:ext cx="3360000" cy="3360000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 lIns="72000" rIns="72000" bIns="360000" anchor="b"/>
          <a:lstStyle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FA27D071-0F26-4162-9B1D-9E0885C53375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6648201" y="3607853"/>
            <a:ext cx="2000499" cy="2000499"/>
          </a:xfrm>
          <a:prstGeom prst="ellipse">
            <a:avLst/>
          </a:prstGeom>
          <a:solidFill>
            <a:srgbClr val="0088CE">
              <a:alpha val="80000"/>
            </a:srgbClr>
          </a:solidFill>
        </p:spPr>
        <p:txBody>
          <a:bodyPr lIns="72000" tIns="72000" rIns="72000" bIns="72000" anchor="ctr"/>
          <a:lstStyle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829807-93EB-4EB0-A553-EDB353D3C135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DC19E31C-720B-4D3E-96F7-D836FFC543C7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22B137-D4AE-4092-96B4-FB8D538CD12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1C5431-15B3-4059-B12A-13571A82AB3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3164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0">
            <a:extLst>
              <a:ext uri="{FF2B5EF4-FFF2-40B4-BE49-F238E27FC236}">
                <a16:creationId xmlns:a16="http://schemas.microsoft.com/office/drawing/2014/main" id="{6AA212BB-929C-4572-848B-88CEB8EBA97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20523" y="2072640"/>
            <a:ext cx="1733581" cy="3108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69" y="111683"/>
            <a:ext cx="10752665" cy="1151924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F9DC224-30B8-4B3F-A070-4E1162C32DE0}"/>
              </a:ext>
            </a:extLst>
          </p:cNvPr>
          <p:cNvGrpSpPr/>
          <p:nvPr userDrawn="1"/>
        </p:nvGrpSpPr>
        <p:grpSpPr>
          <a:xfrm>
            <a:off x="721058" y="1737631"/>
            <a:ext cx="2132513" cy="3873268"/>
            <a:chOff x="540793" y="1303223"/>
            <a:chExt cx="1599385" cy="2904951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C784A22-E136-4DF2-9009-1709571492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93" y="1303223"/>
              <a:ext cx="1599385" cy="2904951"/>
            </a:xfrm>
            <a:custGeom>
              <a:avLst/>
              <a:gdLst>
                <a:gd name="connsiteX0" fmla="*/ 149600 w 1599385"/>
                <a:gd name="connsiteY0" fmla="*/ 251258 h 2904951"/>
                <a:gd name="connsiteX1" fmla="*/ 149600 w 1599385"/>
                <a:gd name="connsiteY1" fmla="*/ 2582978 h 2904951"/>
                <a:gd name="connsiteX2" fmla="*/ 1449786 w 1599385"/>
                <a:gd name="connsiteY2" fmla="*/ 2582978 h 2904951"/>
                <a:gd name="connsiteX3" fmla="*/ 1449786 w 1599385"/>
                <a:gd name="connsiteY3" fmla="*/ 251258 h 2904951"/>
                <a:gd name="connsiteX4" fmla="*/ 257294 w 1599385"/>
                <a:gd name="connsiteY4" fmla="*/ 8 h 2904951"/>
                <a:gd name="connsiteX5" fmla="*/ 1362045 w 1599385"/>
                <a:gd name="connsiteY5" fmla="*/ 8 h 2904951"/>
                <a:gd name="connsiteX6" fmla="*/ 1599378 w 1599385"/>
                <a:gd name="connsiteY6" fmla="*/ 246812 h 2904951"/>
                <a:gd name="connsiteX7" fmla="*/ 1599378 w 1599385"/>
                <a:gd name="connsiteY7" fmla="*/ 2668642 h 2904951"/>
                <a:gd name="connsiteX8" fmla="*/ 1341042 w 1599385"/>
                <a:gd name="connsiteY8" fmla="*/ 2904944 h 2904951"/>
                <a:gd name="connsiteX9" fmla="*/ 237341 w 1599385"/>
                <a:gd name="connsiteY9" fmla="*/ 2904944 h 2904951"/>
                <a:gd name="connsiteX10" fmla="*/ 8 w 1599385"/>
                <a:gd name="connsiteY10" fmla="*/ 2658140 h 2904951"/>
                <a:gd name="connsiteX11" fmla="*/ 8 w 1599385"/>
                <a:gd name="connsiteY11" fmla="*/ 236310 h 2904951"/>
                <a:gd name="connsiteX12" fmla="*/ 257294 w 1599385"/>
                <a:gd name="connsiteY12" fmla="*/ 8 h 290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9385" h="2904951">
                  <a:moveTo>
                    <a:pt x="149600" y="251258"/>
                  </a:moveTo>
                  <a:lnTo>
                    <a:pt x="149600" y="2582978"/>
                  </a:lnTo>
                  <a:lnTo>
                    <a:pt x="1449786" y="2582978"/>
                  </a:lnTo>
                  <a:lnTo>
                    <a:pt x="1449786" y="251258"/>
                  </a:lnTo>
                  <a:close/>
                  <a:moveTo>
                    <a:pt x="257294" y="8"/>
                  </a:moveTo>
                  <a:cubicBezTo>
                    <a:pt x="1362045" y="8"/>
                    <a:pt x="1362045" y="8"/>
                    <a:pt x="1362045" y="8"/>
                  </a:cubicBezTo>
                  <a:cubicBezTo>
                    <a:pt x="1493313" y="8"/>
                    <a:pt x="1600428" y="115534"/>
                    <a:pt x="1599378" y="246812"/>
                  </a:cubicBezTo>
                  <a:cubicBezTo>
                    <a:pt x="1599378" y="2668642"/>
                    <a:pt x="1599378" y="2668642"/>
                    <a:pt x="1599378" y="2668642"/>
                  </a:cubicBezTo>
                  <a:cubicBezTo>
                    <a:pt x="1598328" y="2799921"/>
                    <a:pt x="1473361" y="2905994"/>
                    <a:pt x="1341042" y="2904944"/>
                  </a:cubicBezTo>
                  <a:cubicBezTo>
                    <a:pt x="237341" y="2904944"/>
                    <a:pt x="237341" y="2904944"/>
                    <a:pt x="237341" y="2904944"/>
                  </a:cubicBezTo>
                  <a:cubicBezTo>
                    <a:pt x="105023" y="2904944"/>
                    <a:pt x="-1042" y="2789419"/>
                    <a:pt x="8" y="2658140"/>
                  </a:cubicBezTo>
                  <a:cubicBezTo>
                    <a:pt x="8" y="236310"/>
                    <a:pt x="8" y="236310"/>
                    <a:pt x="8" y="236310"/>
                  </a:cubicBezTo>
                  <a:cubicBezTo>
                    <a:pt x="1058" y="105031"/>
                    <a:pt x="126025" y="-1042"/>
                    <a:pt x="257294" y="8"/>
                  </a:cubicBez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2400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40B2093-FA5E-4277-9DF8-048412C63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039" y="1402919"/>
              <a:ext cx="480892" cy="53301"/>
            </a:xfrm>
            <a:custGeom>
              <a:avLst/>
              <a:gdLst>
                <a:gd name="T0" fmla="*/ 657 w 693"/>
                <a:gd name="T1" fmla="*/ 77 h 77"/>
                <a:gd name="T2" fmla="*/ 36 w 693"/>
                <a:gd name="T3" fmla="*/ 77 h 77"/>
                <a:gd name="T4" fmla="*/ 0 w 693"/>
                <a:gd name="T5" fmla="*/ 37 h 77"/>
                <a:gd name="T6" fmla="*/ 36 w 693"/>
                <a:gd name="T7" fmla="*/ 1 h 77"/>
                <a:gd name="T8" fmla="*/ 657 w 693"/>
                <a:gd name="T9" fmla="*/ 1 h 77"/>
                <a:gd name="T10" fmla="*/ 693 w 693"/>
                <a:gd name="T11" fmla="*/ 41 h 77"/>
                <a:gd name="T12" fmla="*/ 657 w 693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3" h="77">
                  <a:moveTo>
                    <a:pt x="657" y="77"/>
                  </a:moveTo>
                  <a:cubicBezTo>
                    <a:pt x="36" y="77"/>
                    <a:pt x="36" y="77"/>
                    <a:pt x="36" y="77"/>
                  </a:cubicBezTo>
                  <a:cubicBezTo>
                    <a:pt x="16" y="77"/>
                    <a:pt x="0" y="57"/>
                    <a:pt x="0" y="37"/>
                  </a:cubicBezTo>
                  <a:cubicBezTo>
                    <a:pt x="0" y="17"/>
                    <a:pt x="16" y="0"/>
                    <a:pt x="36" y="1"/>
                  </a:cubicBezTo>
                  <a:cubicBezTo>
                    <a:pt x="657" y="1"/>
                    <a:pt x="657" y="1"/>
                    <a:pt x="657" y="1"/>
                  </a:cubicBezTo>
                  <a:cubicBezTo>
                    <a:pt x="677" y="1"/>
                    <a:pt x="693" y="21"/>
                    <a:pt x="693" y="41"/>
                  </a:cubicBezTo>
                  <a:cubicBezTo>
                    <a:pt x="693" y="61"/>
                    <a:pt x="677" y="77"/>
                    <a:pt x="657" y="7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18" name="Oval 8">
              <a:extLst>
                <a:ext uri="{FF2B5EF4-FFF2-40B4-BE49-F238E27FC236}">
                  <a16:creationId xmlns:a16="http://schemas.microsoft.com/office/drawing/2014/main" id="{E3E406CE-2765-4FB1-921D-64CAF9650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745" y="3969851"/>
              <a:ext cx="157480" cy="1569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2" name="Espace réservé pour une image  10">
            <a:extLst>
              <a:ext uri="{FF2B5EF4-FFF2-40B4-BE49-F238E27FC236}">
                <a16:creationId xmlns:a16="http://schemas.microsoft.com/office/drawing/2014/main" id="{1B1A5F6D-BE1D-4B4B-931D-849F92C1755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3247163" y="2072640"/>
            <a:ext cx="1733581" cy="3108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5C784992-FC29-47B3-93AE-2F1DFE7F846C}"/>
              </a:ext>
            </a:extLst>
          </p:cNvPr>
          <p:cNvGrpSpPr/>
          <p:nvPr userDrawn="1"/>
        </p:nvGrpSpPr>
        <p:grpSpPr>
          <a:xfrm>
            <a:off x="3047698" y="1737631"/>
            <a:ext cx="2132513" cy="3873268"/>
            <a:chOff x="2285773" y="1303223"/>
            <a:chExt cx="1599385" cy="2904951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FCE65FD-BB8F-40E1-B7F0-45C61336B8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5773" y="1303223"/>
              <a:ext cx="1599385" cy="2904951"/>
            </a:xfrm>
            <a:custGeom>
              <a:avLst/>
              <a:gdLst>
                <a:gd name="connsiteX0" fmla="*/ 149600 w 1599385"/>
                <a:gd name="connsiteY0" fmla="*/ 251258 h 2904951"/>
                <a:gd name="connsiteX1" fmla="*/ 149600 w 1599385"/>
                <a:gd name="connsiteY1" fmla="*/ 2582978 h 2904951"/>
                <a:gd name="connsiteX2" fmla="*/ 1449786 w 1599385"/>
                <a:gd name="connsiteY2" fmla="*/ 2582978 h 2904951"/>
                <a:gd name="connsiteX3" fmla="*/ 1449786 w 1599385"/>
                <a:gd name="connsiteY3" fmla="*/ 251258 h 2904951"/>
                <a:gd name="connsiteX4" fmla="*/ 257294 w 1599385"/>
                <a:gd name="connsiteY4" fmla="*/ 8 h 2904951"/>
                <a:gd name="connsiteX5" fmla="*/ 1362045 w 1599385"/>
                <a:gd name="connsiteY5" fmla="*/ 8 h 2904951"/>
                <a:gd name="connsiteX6" fmla="*/ 1599378 w 1599385"/>
                <a:gd name="connsiteY6" fmla="*/ 246812 h 2904951"/>
                <a:gd name="connsiteX7" fmla="*/ 1599378 w 1599385"/>
                <a:gd name="connsiteY7" fmla="*/ 2668642 h 2904951"/>
                <a:gd name="connsiteX8" fmla="*/ 1341042 w 1599385"/>
                <a:gd name="connsiteY8" fmla="*/ 2904944 h 2904951"/>
                <a:gd name="connsiteX9" fmla="*/ 237341 w 1599385"/>
                <a:gd name="connsiteY9" fmla="*/ 2904944 h 2904951"/>
                <a:gd name="connsiteX10" fmla="*/ 8 w 1599385"/>
                <a:gd name="connsiteY10" fmla="*/ 2658140 h 2904951"/>
                <a:gd name="connsiteX11" fmla="*/ 8 w 1599385"/>
                <a:gd name="connsiteY11" fmla="*/ 236310 h 2904951"/>
                <a:gd name="connsiteX12" fmla="*/ 257294 w 1599385"/>
                <a:gd name="connsiteY12" fmla="*/ 8 h 290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9385" h="2904951">
                  <a:moveTo>
                    <a:pt x="149600" y="251258"/>
                  </a:moveTo>
                  <a:lnTo>
                    <a:pt x="149600" y="2582978"/>
                  </a:lnTo>
                  <a:lnTo>
                    <a:pt x="1449786" y="2582978"/>
                  </a:lnTo>
                  <a:lnTo>
                    <a:pt x="1449786" y="251258"/>
                  </a:lnTo>
                  <a:close/>
                  <a:moveTo>
                    <a:pt x="257294" y="8"/>
                  </a:moveTo>
                  <a:cubicBezTo>
                    <a:pt x="1362045" y="8"/>
                    <a:pt x="1362045" y="8"/>
                    <a:pt x="1362045" y="8"/>
                  </a:cubicBezTo>
                  <a:cubicBezTo>
                    <a:pt x="1493313" y="8"/>
                    <a:pt x="1600428" y="115534"/>
                    <a:pt x="1599378" y="246812"/>
                  </a:cubicBezTo>
                  <a:cubicBezTo>
                    <a:pt x="1599378" y="2668642"/>
                    <a:pt x="1599378" y="2668642"/>
                    <a:pt x="1599378" y="2668642"/>
                  </a:cubicBezTo>
                  <a:cubicBezTo>
                    <a:pt x="1598328" y="2799921"/>
                    <a:pt x="1473361" y="2905994"/>
                    <a:pt x="1341042" y="2904944"/>
                  </a:cubicBezTo>
                  <a:cubicBezTo>
                    <a:pt x="237341" y="2904944"/>
                    <a:pt x="237341" y="2904944"/>
                    <a:pt x="237341" y="2904944"/>
                  </a:cubicBezTo>
                  <a:cubicBezTo>
                    <a:pt x="105023" y="2904944"/>
                    <a:pt x="-1042" y="2789419"/>
                    <a:pt x="8" y="2658140"/>
                  </a:cubicBezTo>
                  <a:cubicBezTo>
                    <a:pt x="8" y="236310"/>
                    <a:pt x="8" y="236310"/>
                    <a:pt x="8" y="236310"/>
                  </a:cubicBezTo>
                  <a:cubicBezTo>
                    <a:pt x="1058" y="105031"/>
                    <a:pt x="126025" y="-1042"/>
                    <a:pt x="257294" y="8"/>
                  </a:cubicBez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sz="24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AA72A6E2-066D-4F77-8A98-FD63B9CE12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45019" y="1402919"/>
              <a:ext cx="480892" cy="53301"/>
            </a:xfrm>
            <a:custGeom>
              <a:avLst/>
              <a:gdLst>
                <a:gd name="T0" fmla="*/ 657 w 693"/>
                <a:gd name="T1" fmla="*/ 77 h 77"/>
                <a:gd name="T2" fmla="*/ 36 w 693"/>
                <a:gd name="T3" fmla="*/ 77 h 77"/>
                <a:gd name="T4" fmla="*/ 0 w 693"/>
                <a:gd name="T5" fmla="*/ 37 h 77"/>
                <a:gd name="T6" fmla="*/ 36 w 693"/>
                <a:gd name="T7" fmla="*/ 1 h 77"/>
                <a:gd name="T8" fmla="*/ 657 w 693"/>
                <a:gd name="T9" fmla="*/ 1 h 77"/>
                <a:gd name="T10" fmla="*/ 693 w 693"/>
                <a:gd name="T11" fmla="*/ 41 h 77"/>
                <a:gd name="T12" fmla="*/ 657 w 693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3" h="77">
                  <a:moveTo>
                    <a:pt x="657" y="77"/>
                  </a:moveTo>
                  <a:cubicBezTo>
                    <a:pt x="36" y="77"/>
                    <a:pt x="36" y="77"/>
                    <a:pt x="36" y="77"/>
                  </a:cubicBezTo>
                  <a:cubicBezTo>
                    <a:pt x="16" y="77"/>
                    <a:pt x="0" y="57"/>
                    <a:pt x="0" y="37"/>
                  </a:cubicBezTo>
                  <a:cubicBezTo>
                    <a:pt x="0" y="17"/>
                    <a:pt x="16" y="0"/>
                    <a:pt x="36" y="1"/>
                  </a:cubicBezTo>
                  <a:cubicBezTo>
                    <a:pt x="657" y="1"/>
                    <a:pt x="657" y="1"/>
                    <a:pt x="657" y="1"/>
                  </a:cubicBezTo>
                  <a:cubicBezTo>
                    <a:pt x="677" y="1"/>
                    <a:pt x="693" y="21"/>
                    <a:pt x="693" y="41"/>
                  </a:cubicBezTo>
                  <a:cubicBezTo>
                    <a:pt x="693" y="61"/>
                    <a:pt x="677" y="77"/>
                    <a:pt x="657" y="7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5" name="Oval 8">
              <a:extLst>
                <a:ext uri="{FF2B5EF4-FFF2-40B4-BE49-F238E27FC236}">
                  <a16:creationId xmlns:a16="http://schemas.microsoft.com/office/drawing/2014/main" id="{33F160C6-82D7-4EF1-A305-A967388241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006725" y="3969851"/>
              <a:ext cx="157480" cy="1569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537FADCE-DAC9-4F49-9D24-C348BCDBFD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41481" y="2224617"/>
            <a:ext cx="5332971" cy="374861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DE7CD9-2154-4C89-809C-BF549819D87A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FB986C7B-90CF-4CCD-B6FC-FE6BDA02ECF5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A4E7F1-5BB8-426A-8DAA-7CFFBE6052AC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51AE6-F684-4448-A242-4CA1FB610B3D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974A2DC9-D2DC-4130-8833-B3F804D6E472}"/>
              </a:ext>
            </a:extLst>
          </p:cNvPr>
          <p:cNvSpPr>
            <a:spLocks/>
          </p:cNvSpPr>
          <p:nvPr userDrawn="1"/>
        </p:nvSpPr>
        <p:spPr bwMode="auto">
          <a:xfrm>
            <a:off x="5668070" y="2132178"/>
            <a:ext cx="266932" cy="388079"/>
          </a:xfrm>
          <a:custGeom>
            <a:avLst/>
            <a:gdLst>
              <a:gd name="T0" fmla="*/ 198 w 843"/>
              <a:gd name="T1" fmla="*/ 0 h 1466"/>
              <a:gd name="T2" fmla="*/ 0 w 843"/>
              <a:gd name="T3" fmla="*/ 169 h 1466"/>
              <a:gd name="T4" fmla="*/ 393 w 843"/>
              <a:gd name="T5" fmla="*/ 601 h 1466"/>
              <a:gd name="T6" fmla="*/ 517 w 843"/>
              <a:gd name="T7" fmla="*/ 733 h 1466"/>
              <a:gd name="T8" fmla="*/ 393 w 843"/>
              <a:gd name="T9" fmla="*/ 866 h 1466"/>
              <a:gd name="T10" fmla="*/ 0 w 843"/>
              <a:gd name="T11" fmla="*/ 1296 h 1466"/>
              <a:gd name="T12" fmla="*/ 198 w 843"/>
              <a:gd name="T13" fmla="*/ 1466 h 1466"/>
              <a:gd name="T14" fmla="*/ 843 w 843"/>
              <a:gd name="T15" fmla="*/ 733 h 1466"/>
              <a:gd name="T16" fmla="*/ 198 w 843"/>
              <a:gd name="T17" fmla="*/ 0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3" h="1466">
                <a:moveTo>
                  <a:pt x="198" y="0"/>
                </a:moveTo>
                <a:lnTo>
                  <a:pt x="0" y="169"/>
                </a:lnTo>
                <a:lnTo>
                  <a:pt x="393" y="601"/>
                </a:lnTo>
                <a:lnTo>
                  <a:pt x="517" y="733"/>
                </a:lnTo>
                <a:lnTo>
                  <a:pt x="393" y="866"/>
                </a:lnTo>
                <a:lnTo>
                  <a:pt x="0" y="1296"/>
                </a:lnTo>
                <a:lnTo>
                  <a:pt x="198" y="1466"/>
                </a:lnTo>
                <a:lnTo>
                  <a:pt x="843" y="733"/>
                </a:lnTo>
                <a:lnTo>
                  <a:pt x="1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240000" tIns="4800" rIns="0" bIns="0" numCol="1" anchor="ctr" anchorCtr="0" compatLnSpc="1">
            <a:prstTxWarp prst="textNoShape">
              <a:avLst/>
            </a:prstTxWarp>
          </a:bodyPr>
          <a:lstStyle/>
          <a:p>
            <a:pPr marL="0" marR="0" lvl="2" indent="0" algn="l" defTabSz="121914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FFB612"/>
              </a:solidFill>
              <a:effectLst/>
              <a:uLnTx/>
              <a:uFillTx/>
              <a:latin typeface="Avenir LT Std 65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310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e 79">
            <a:extLst>
              <a:ext uri="{FF2B5EF4-FFF2-40B4-BE49-F238E27FC236}">
                <a16:creationId xmlns:a16="http://schemas.microsoft.com/office/drawing/2014/main" id="{C4334C3A-8E9C-4791-99CD-6CEFCDF2ECAC}"/>
              </a:ext>
            </a:extLst>
          </p:cNvPr>
          <p:cNvGrpSpPr/>
          <p:nvPr userDrawn="1"/>
        </p:nvGrpSpPr>
        <p:grpSpPr>
          <a:xfrm>
            <a:off x="2228480" y="1534160"/>
            <a:ext cx="7735040" cy="4679504"/>
            <a:chOff x="539749" y="1874843"/>
            <a:chExt cx="4257277" cy="2173082"/>
          </a:xfrm>
        </p:grpSpPr>
        <p:sp>
          <p:nvSpPr>
            <p:cNvPr id="81" name="Forme libre : forme 80">
              <a:extLst>
                <a:ext uri="{FF2B5EF4-FFF2-40B4-BE49-F238E27FC236}">
                  <a16:creationId xmlns:a16="http://schemas.microsoft.com/office/drawing/2014/main" id="{CEE928E2-D591-4005-BF1C-616236EA10C7}"/>
                </a:ext>
              </a:extLst>
            </p:cNvPr>
            <p:cNvSpPr>
              <a:spLocks/>
            </p:cNvSpPr>
            <p:nvPr userDrawn="1"/>
          </p:nvSpPr>
          <p:spPr>
            <a:xfrm>
              <a:off x="855765" y="1874843"/>
              <a:ext cx="3625245" cy="2039200"/>
            </a:xfrm>
            <a:custGeom>
              <a:avLst/>
              <a:gdLst>
                <a:gd name="connsiteX0" fmla="*/ 92975 w 3625245"/>
                <a:gd name="connsiteY0" fmla="*/ 79650 h 2039200"/>
                <a:gd name="connsiteX1" fmla="*/ 82203 w 3625245"/>
                <a:gd name="connsiteY1" fmla="*/ 90422 h 2039200"/>
                <a:gd name="connsiteX2" fmla="*/ 82203 w 3625245"/>
                <a:gd name="connsiteY2" fmla="*/ 1948777 h 2039200"/>
                <a:gd name="connsiteX3" fmla="*/ 92975 w 3625245"/>
                <a:gd name="connsiteY3" fmla="*/ 1959549 h 2039200"/>
                <a:gd name="connsiteX4" fmla="*/ 3532271 w 3625245"/>
                <a:gd name="connsiteY4" fmla="*/ 1959549 h 2039200"/>
                <a:gd name="connsiteX5" fmla="*/ 3543043 w 3625245"/>
                <a:gd name="connsiteY5" fmla="*/ 1948777 h 2039200"/>
                <a:gd name="connsiteX6" fmla="*/ 3543043 w 3625245"/>
                <a:gd name="connsiteY6" fmla="*/ 90422 h 2039200"/>
                <a:gd name="connsiteX7" fmla="*/ 3532271 w 3625245"/>
                <a:gd name="connsiteY7" fmla="*/ 79650 h 2039200"/>
                <a:gd name="connsiteX8" fmla="*/ 69781 w 3625245"/>
                <a:gd name="connsiteY8" fmla="*/ 0 h 2039200"/>
                <a:gd name="connsiteX9" fmla="*/ 3555464 w 3625245"/>
                <a:gd name="connsiteY9" fmla="*/ 0 h 2039200"/>
                <a:gd name="connsiteX10" fmla="*/ 3625245 w 3625245"/>
                <a:gd name="connsiteY10" fmla="*/ 69781 h 2039200"/>
                <a:gd name="connsiteX11" fmla="*/ 3625245 w 3625245"/>
                <a:gd name="connsiteY11" fmla="*/ 1969419 h 2039200"/>
                <a:gd name="connsiteX12" fmla="*/ 3555464 w 3625245"/>
                <a:gd name="connsiteY12" fmla="*/ 2039200 h 2039200"/>
                <a:gd name="connsiteX13" fmla="*/ 69781 w 3625245"/>
                <a:gd name="connsiteY13" fmla="*/ 2039200 h 2039200"/>
                <a:gd name="connsiteX14" fmla="*/ 0 w 3625245"/>
                <a:gd name="connsiteY14" fmla="*/ 1969419 h 2039200"/>
                <a:gd name="connsiteX15" fmla="*/ 0 w 3625245"/>
                <a:gd name="connsiteY15" fmla="*/ 69781 h 2039200"/>
                <a:gd name="connsiteX16" fmla="*/ 69781 w 3625245"/>
                <a:gd name="connsiteY16" fmla="*/ 0 h 20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5245" h="2039200">
                  <a:moveTo>
                    <a:pt x="92975" y="79650"/>
                  </a:moveTo>
                  <a:cubicBezTo>
                    <a:pt x="87026" y="79650"/>
                    <a:pt x="82203" y="84473"/>
                    <a:pt x="82203" y="90422"/>
                  </a:cubicBezTo>
                  <a:lnTo>
                    <a:pt x="82203" y="1948777"/>
                  </a:lnTo>
                  <a:cubicBezTo>
                    <a:pt x="82203" y="1954726"/>
                    <a:pt x="87026" y="1959549"/>
                    <a:pt x="92975" y="1959549"/>
                  </a:cubicBezTo>
                  <a:lnTo>
                    <a:pt x="3532271" y="1959549"/>
                  </a:lnTo>
                  <a:cubicBezTo>
                    <a:pt x="3538220" y="1959549"/>
                    <a:pt x="3543043" y="1954726"/>
                    <a:pt x="3543043" y="1948777"/>
                  </a:cubicBezTo>
                  <a:lnTo>
                    <a:pt x="3543043" y="90422"/>
                  </a:lnTo>
                  <a:cubicBezTo>
                    <a:pt x="3543043" y="84473"/>
                    <a:pt x="3538220" y="79650"/>
                    <a:pt x="3532271" y="79650"/>
                  </a:cubicBezTo>
                  <a:close/>
                  <a:moveTo>
                    <a:pt x="69781" y="0"/>
                  </a:moveTo>
                  <a:lnTo>
                    <a:pt x="3555464" y="0"/>
                  </a:lnTo>
                  <a:cubicBezTo>
                    <a:pt x="3594003" y="0"/>
                    <a:pt x="3625245" y="31242"/>
                    <a:pt x="3625245" y="69781"/>
                  </a:cubicBezTo>
                  <a:lnTo>
                    <a:pt x="3625245" y="1969419"/>
                  </a:lnTo>
                  <a:cubicBezTo>
                    <a:pt x="3625245" y="2007958"/>
                    <a:pt x="3594003" y="2039200"/>
                    <a:pt x="3555464" y="2039200"/>
                  </a:cubicBezTo>
                  <a:lnTo>
                    <a:pt x="69781" y="2039200"/>
                  </a:lnTo>
                  <a:cubicBezTo>
                    <a:pt x="31242" y="2039200"/>
                    <a:pt x="0" y="2007958"/>
                    <a:pt x="0" y="1969419"/>
                  </a:cubicBezTo>
                  <a:lnTo>
                    <a:pt x="0" y="69781"/>
                  </a:lnTo>
                  <a:cubicBezTo>
                    <a:pt x="0" y="31242"/>
                    <a:pt x="31242" y="0"/>
                    <a:pt x="6978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solidFill>
                  <a:schemeClr val="tx1"/>
                </a:solidFill>
              </a:endParaRPr>
            </a:p>
          </p:txBody>
        </p:sp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D2D8C559-77F2-4474-9098-B016A4EE11AC}"/>
                </a:ext>
              </a:extLst>
            </p:cNvPr>
            <p:cNvGrpSpPr/>
            <p:nvPr userDrawn="1"/>
          </p:nvGrpSpPr>
          <p:grpSpPr>
            <a:xfrm>
              <a:off x="539749" y="3836723"/>
              <a:ext cx="4257277" cy="211202"/>
              <a:chOff x="539749" y="3836723"/>
              <a:chExt cx="4257277" cy="211202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57073C0-8BF7-4492-88A9-5FCF2B02C819}"/>
                  </a:ext>
                </a:extLst>
              </p:cNvPr>
              <p:cNvSpPr/>
              <p:nvPr/>
            </p:nvSpPr>
            <p:spPr>
              <a:xfrm>
                <a:off x="855765" y="3836723"/>
                <a:ext cx="3625245" cy="77320"/>
              </a:xfrm>
              <a:prstGeom prst="rect">
                <a:avLst/>
              </a:prstGeom>
              <a:solidFill>
                <a:srgbClr val="2B2B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t"/>
              <a:lstStyle/>
              <a:p>
                <a:pPr algn="l"/>
                <a:endParaRPr lang="fr-FR" sz="1333"/>
              </a:p>
            </p:txBody>
          </p:sp>
          <p:grpSp>
            <p:nvGrpSpPr>
              <p:cNvPr id="84" name="Groupe 83">
                <a:extLst>
                  <a:ext uri="{FF2B5EF4-FFF2-40B4-BE49-F238E27FC236}">
                    <a16:creationId xmlns:a16="http://schemas.microsoft.com/office/drawing/2014/main" id="{678C9D98-B36D-450F-A203-A0623182AE6E}"/>
                  </a:ext>
                </a:extLst>
              </p:cNvPr>
              <p:cNvGrpSpPr/>
              <p:nvPr/>
            </p:nvGrpSpPr>
            <p:grpSpPr>
              <a:xfrm>
                <a:off x="539749" y="3907217"/>
                <a:ext cx="4257277" cy="140708"/>
                <a:chOff x="1863556" y="4186083"/>
                <a:chExt cx="3222794" cy="152185"/>
              </a:xfrm>
            </p:grpSpPr>
            <p:sp>
              <p:nvSpPr>
                <p:cNvPr id="89" name="Freeform 27">
                  <a:extLst>
                    <a:ext uri="{FF2B5EF4-FFF2-40B4-BE49-F238E27FC236}">
                      <a16:creationId xmlns:a16="http://schemas.microsoft.com/office/drawing/2014/main" id="{2ACE53DF-0B5D-46CA-92B0-18EEC5A8C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3556" y="4186083"/>
                  <a:ext cx="3222794" cy="81689"/>
                </a:xfrm>
                <a:custGeom>
                  <a:avLst/>
                  <a:gdLst>
                    <a:gd name="T0" fmla="*/ 2784 w 2784"/>
                    <a:gd name="T1" fmla="*/ 54 h 69"/>
                    <a:gd name="T2" fmla="*/ 2784 w 2784"/>
                    <a:gd name="T3" fmla="*/ 0 h 69"/>
                    <a:gd name="T4" fmla="*/ 0 w 2784"/>
                    <a:gd name="T5" fmla="*/ 0 h 69"/>
                    <a:gd name="T6" fmla="*/ 0 w 2784"/>
                    <a:gd name="T7" fmla="*/ 54 h 69"/>
                    <a:gd name="T8" fmla="*/ 2 w 2784"/>
                    <a:gd name="T9" fmla="*/ 69 h 69"/>
                    <a:gd name="T10" fmla="*/ 2782 w 2784"/>
                    <a:gd name="T11" fmla="*/ 69 h 69"/>
                    <a:gd name="T12" fmla="*/ 2784 w 2784"/>
                    <a:gd name="T13" fmla="*/ 54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84" h="69">
                      <a:moveTo>
                        <a:pt x="2784" y="54"/>
                      </a:moveTo>
                      <a:cubicBezTo>
                        <a:pt x="2784" y="24"/>
                        <a:pt x="2784" y="38"/>
                        <a:pt x="27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4"/>
                        <a:pt x="0" y="24"/>
                        <a:pt x="0" y="54"/>
                      </a:cubicBezTo>
                      <a:cubicBezTo>
                        <a:pt x="0" y="59"/>
                        <a:pt x="1" y="64"/>
                        <a:pt x="2" y="69"/>
                      </a:cubicBezTo>
                      <a:cubicBezTo>
                        <a:pt x="2782" y="69"/>
                        <a:pt x="2782" y="69"/>
                        <a:pt x="2782" y="69"/>
                      </a:cubicBezTo>
                      <a:cubicBezTo>
                        <a:pt x="2783" y="64"/>
                        <a:pt x="2784" y="59"/>
                        <a:pt x="2784" y="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  <a:gs pos="53000">
                      <a:srgbClr val="DEDEDE">
                        <a:shade val="67500"/>
                        <a:satMod val="115000"/>
                        <a:lumMod val="22000"/>
                        <a:lumOff val="78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  <p:sp>
              <p:nvSpPr>
                <p:cNvPr id="90" name="Freeform 28">
                  <a:extLst>
                    <a:ext uri="{FF2B5EF4-FFF2-40B4-BE49-F238E27FC236}">
                      <a16:creationId xmlns:a16="http://schemas.microsoft.com/office/drawing/2014/main" id="{839E83A7-DBE4-4C29-86AD-C20BCE7F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794" y="4267770"/>
                  <a:ext cx="3219437" cy="70498"/>
                </a:xfrm>
                <a:custGeom>
                  <a:avLst/>
                  <a:gdLst>
                    <a:gd name="T0" fmla="*/ 0 w 2781"/>
                    <a:gd name="T1" fmla="*/ 0 h 60"/>
                    <a:gd name="T2" fmla="*/ 118 w 2781"/>
                    <a:gd name="T3" fmla="*/ 60 h 60"/>
                    <a:gd name="T4" fmla="*/ 2683 w 2781"/>
                    <a:gd name="T5" fmla="*/ 59 h 60"/>
                    <a:gd name="T6" fmla="*/ 2781 w 2781"/>
                    <a:gd name="T7" fmla="*/ 0 h 60"/>
                    <a:gd name="T8" fmla="*/ 0 w 2781"/>
                    <a:gd name="T9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81" h="60">
                      <a:moveTo>
                        <a:pt x="0" y="0"/>
                      </a:moveTo>
                      <a:cubicBezTo>
                        <a:pt x="7" y="31"/>
                        <a:pt x="92" y="60"/>
                        <a:pt x="118" y="60"/>
                      </a:cubicBezTo>
                      <a:cubicBezTo>
                        <a:pt x="2683" y="59"/>
                        <a:pt x="2683" y="59"/>
                        <a:pt x="2683" y="59"/>
                      </a:cubicBezTo>
                      <a:cubicBezTo>
                        <a:pt x="2709" y="59"/>
                        <a:pt x="2775" y="31"/>
                        <a:pt x="278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EDEDE">
                        <a:shade val="30000"/>
                        <a:satMod val="115000"/>
                      </a:srgbClr>
                    </a:gs>
                    <a:gs pos="50000">
                      <a:srgbClr val="DEDEDE">
                        <a:shade val="67500"/>
                        <a:satMod val="115000"/>
                      </a:srgbClr>
                    </a:gs>
                    <a:gs pos="100000">
                      <a:srgbClr val="DEDEDE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400"/>
                </a:p>
              </p:txBody>
            </p:sp>
          </p:grpSp>
          <p:sp>
            <p:nvSpPr>
              <p:cNvPr id="85" name="Freeform 29">
                <a:extLst>
                  <a:ext uri="{FF2B5EF4-FFF2-40B4-BE49-F238E27FC236}">
                    <a16:creationId xmlns:a16="http://schemas.microsoft.com/office/drawing/2014/main" id="{1DB8A5E6-3FA8-43F8-9814-F270D02C2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893" y="3930834"/>
                <a:ext cx="1319313" cy="35478"/>
              </a:xfrm>
              <a:custGeom>
                <a:avLst/>
                <a:gdLst>
                  <a:gd name="T0" fmla="*/ 863 w 863"/>
                  <a:gd name="T1" fmla="*/ 11 h 23"/>
                  <a:gd name="T2" fmla="*/ 853 w 863"/>
                  <a:gd name="T3" fmla="*/ 23 h 23"/>
                  <a:gd name="T4" fmla="*/ 10 w 863"/>
                  <a:gd name="T5" fmla="*/ 23 h 23"/>
                  <a:gd name="T6" fmla="*/ 0 w 863"/>
                  <a:gd name="T7" fmla="*/ 11 h 23"/>
                  <a:gd name="T8" fmla="*/ 0 w 863"/>
                  <a:gd name="T9" fmla="*/ 11 h 23"/>
                  <a:gd name="T10" fmla="*/ 10 w 863"/>
                  <a:gd name="T11" fmla="*/ 0 h 23"/>
                  <a:gd name="T12" fmla="*/ 853 w 863"/>
                  <a:gd name="T13" fmla="*/ 0 h 23"/>
                  <a:gd name="T14" fmla="*/ 863 w 863"/>
                  <a:gd name="T15" fmla="*/ 1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3" h="23">
                    <a:moveTo>
                      <a:pt x="863" y="11"/>
                    </a:moveTo>
                    <a:cubicBezTo>
                      <a:pt x="863" y="18"/>
                      <a:pt x="858" y="23"/>
                      <a:pt x="853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4" y="23"/>
                      <a:pt x="0" y="18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853" y="0"/>
                      <a:pt x="853" y="0"/>
                      <a:pt x="853" y="0"/>
                    </a:cubicBezTo>
                    <a:cubicBezTo>
                      <a:pt x="858" y="0"/>
                      <a:pt x="863" y="5"/>
                      <a:pt x="863" y="11"/>
                    </a:cubicBezTo>
                    <a:close/>
                  </a:path>
                </a:pathLst>
              </a:cu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86" name="Oval 30">
                <a:extLst>
                  <a:ext uri="{FF2B5EF4-FFF2-40B4-BE49-F238E27FC236}">
                    <a16:creationId xmlns:a16="http://schemas.microsoft.com/office/drawing/2014/main" id="{16C6FB09-8351-4D6F-9591-F181B4852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004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87" name="Oval 31">
                <a:extLst>
                  <a:ext uri="{FF2B5EF4-FFF2-40B4-BE49-F238E27FC236}">
                    <a16:creationId xmlns:a16="http://schemas.microsoft.com/office/drawing/2014/main" id="{47BFC72E-B14D-4525-AB0A-A21E23D8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742" y="3933790"/>
                <a:ext cx="36956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  <p:sp>
            <p:nvSpPr>
              <p:cNvPr id="88" name="Oval 32">
                <a:extLst>
                  <a:ext uri="{FF2B5EF4-FFF2-40B4-BE49-F238E27FC236}">
                    <a16:creationId xmlns:a16="http://schemas.microsoft.com/office/drawing/2014/main" id="{050A6FE8-77D8-4004-90B3-C7E087C8A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000" y="3933790"/>
                <a:ext cx="38434" cy="36956"/>
              </a:xfrm>
              <a:prstGeom prst="ellipse">
                <a:avLst/>
              </a:prstGeom>
              <a:solidFill>
                <a:srgbClr val="4D4D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/>
              </a:p>
            </p:txBody>
          </p:sp>
        </p:grp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C72E718-681C-44D2-AB73-BF85323776EA}"/>
              </a:ext>
            </a:extLst>
          </p:cNvPr>
          <p:cNvGrpSpPr/>
          <p:nvPr userDrawn="1"/>
        </p:nvGrpSpPr>
        <p:grpSpPr>
          <a:xfrm>
            <a:off x="2943488" y="1683612"/>
            <a:ext cx="6305024" cy="4086696"/>
            <a:chOff x="2299717" y="1246770"/>
            <a:chExt cx="4544566" cy="2945629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98859CAA-41B7-4D3D-ACF6-020524D378F3}"/>
                </a:ext>
              </a:extLst>
            </p:cNvPr>
            <p:cNvGrpSpPr/>
            <p:nvPr userDrawn="1"/>
          </p:nvGrpSpPr>
          <p:grpSpPr>
            <a:xfrm>
              <a:off x="2299717" y="1246770"/>
              <a:ext cx="4544566" cy="2945629"/>
              <a:chOff x="2299717" y="1246770"/>
              <a:chExt cx="4544566" cy="2945629"/>
            </a:xfrm>
          </p:grpSpPr>
          <p:sp>
            <p:nvSpPr>
              <p:cNvPr id="60" name="AutoShape 1">
                <a:extLst>
                  <a:ext uri="{FF2B5EF4-FFF2-40B4-BE49-F238E27FC236}">
                    <a16:creationId xmlns:a16="http://schemas.microsoft.com/office/drawing/2014/main" id="{7DF2D6D7-1324-4541-B975-9D9EBA69D06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299717" y="1246770"/>
                <a:ext cx="4544566" cy="2945629"/>
              </a:xfrm>
              <a:prstGeom prst="roundRect">
                <a:avLst>
                  <a:gd name="adj" fmla="val 981"/>
                </a:avLst>
              </a:prstGeom>
              <a:solidFill>
                <a:srgbClr val="47474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>
                  <a:defRPr/>
                </a:pPr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1" name="Rectangle 2">
                <a:extLst>
                  <a:ext uri="{FF2B5EF4-FFF2-40B4-BE49-F238E27FC236}">
                    <a16:creationId xmlns:a16="http://schemas.microsoft.com/office/drawing/2014/main" id="{3FE2EB49-9441-4D3D-B347-A9DEE3B1C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717" y="1467277"/>
                <a:ext cx="4544566" cy="210486"/>
              </a:xfrm>
              <a:prstGeom prst="rect">
                <a:avLst/>
              </a:prstGeom>
              <a:solidFill>
                <a:srgbClr val="D7D7D7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/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2" name="AutoShape 3">
                <a:extLst>
                  <a:ext uri="{FF2B5EF4-FFF2-40B4-BE49-F238E27FC236}">
                    <a16:creationId xmlns:a16="http://schemas.microsoft.com/office/drawing/2014/main" id="{1BD8F238-18F0-47FC-B51F-DC8A6A102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564" y="1303567"/>
                <a:ext cx="1817826" cy="374196"/>
              </a:xfrm>
              <a:prstGeom prst="roundRect">
                <a:avLst>
                  <a:gd name="adj" fmla="val 11986"/>
                </a:avLst>
              </a:prstGeom>
              <a:solidFill>
                <a:srgbClr val="D7D7D7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/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3" name="Oval 4">
                <a:extLst>
                  <a:ext uri="{FF2B5EF4-FFF2-40B4-BE49-F238E27FC236}">
                    <a16:creationId xmlns:a16="http://schemas.microsoft.com/office/drawing/2014/main" id="{9ECA0CFC-3A66-48E8-A1B7-4FF80A8DA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211" y="1326954"/>
                <a:ext cx="64144" cy="634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/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4" name="Oval 5">
                <a:extLst>
                  <a:ext uri="{FF2B5EF4-FFF2-40B4-BE49-F238E27FC236}">
                    <a16:creationId xmlns:a16="http://schemas.microsoft.com/office/drawing/2014/main" id="{424CE2BB-DA52-497C-965A-5352AE2EB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657" y="1326818"/>
                <a:ext cx="64430" cy="63778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>
                  <a:defRPr/>
                </a:pPr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5" name="Oval 6">
                <a:extLst>
                  <a:ext uri="{FF2B5EF4-FFF2-40B4-BE49-F238E27FC236}">
                    <a16:creationId xmlns:a16="http://schemas.microsoft.com/office/drawing/2014/main" id="{2D60AFB4-FF32-4A8E-99F4-A2FB35D38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7548" y="1326818"/>
                <a:ext cx="63779" cy="63778"/>
              </a:xfrm>
              <a:prstGeom prst="ellipse">
                <a:avLst/>
              </a:prstGeom>
              <a:solidFill>
                <a:schemeClr val="bg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fontAlgn="base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>
                  <a:defRPr/>
                </a:pPr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6" name="Rectangle 11">
                <a:extLst>
                  <a:ext uri="{FF2B5EF4-FFF2-40B4-BE49-F238E27FC236}">
                    <a16:creationId xmlns:a16="http://schemas.microsoft.com/office/drawing/2014/main" id="{6EDAACC8-08C0-4899-8A57-27B79C573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597" y="1507370"/>
                <a:ext cx="3414294" cy="133641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B3B3B3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3600">
                    <a:solidFill>
                      <a:schemeClr val="tx1"/>
                    </a:solidFill>
                    <a:latin typeface="Lato Light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Lato Light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Lato Light"/>
                  </a:defRPr>
                </a:lvl5pPr>
                <a:lvl6pPr marL="25146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6pPr>
                <a:lvl7pPr marL="29718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7pPr>
                <a:lvl8pPr marL="34290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8pPr>
                <a:lvl9pPr marL="3886200" indent="-228600" defTabSz="18272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/>
                  </a:defRPr>
                </a:lvl9pPr>
              </a:lstStyle>
              <a:p>
                <a:pPr eaLnBrk="1" hangingPunct="1"/>
                <a:endParaRPr lang="id-ID" altLang="fr-FR" sz="4800">
                  <a:latin typeface="Avenir LT Std 45 Book"/>
                  <a:ea typeface="Avenir LT Std 45 Book"/>
                  <a:cs typeface="Avenir LT Std 45 Book"/>
                </a:endParaRPr>
              </a:p>
            </p:txBody>
          </p:sp>
          <p:sp>
            <p:nvSpPr>
              <p:cNvPr id="67" name="Freeform 9">
                <a:extLst>
                  <a:ext uri="{FF2B5EF4-FFF2-40B4-BE49-F238E27FC236}">
                    <a16:creationId xmlns:a16="http://schemas.microsoft.com/office/drawing/2014/main" id="{30102AD6-FE4C-4790-98F8-ADE0EDCA54DC}"/>
                  </a:ext>
                </a:extLst>
              </p:cNvPr>
              <p:cNvSpPr>
                <a:spLocks/>
              </p:cNvSpPr>
              <p:nvPr/>
            </p:nvSpPr>
            <p:spPr bwMode="auto">
              <a:xfrm rot="18900000">
                <a:off x="4682962" y="1350247"/>
                <a:ext cx="66382" cy="66382"/>
              </a:xfrm>
              <a:custGeom>
                <a:avLst/>
                <a:gdLst>
                  <a:gd name="T0" fmla="*/ 42 w 64"/>
                  <a:gd name="T1" fmla="*/ 0 h 64"/>
                  <a:gd name="T2" fmla="*/ 21 w 64"/>
                  <a:gd name="T3" fmla="*/ 0 h 64"/>
                  <a:gd name="T4" fmla="*/ 21 w 64"/>
                  <a:gd name="T5" fmla="*/ 21 h 64"/>
                  <a:gd name="T6" fmla="*/ 0 w 64"/>
                  <a:gd name="T7" fmla="*/ 21 h 64"/>
                  <a:gd name="T8" fmla="*/ 0 w 64"/>
                  <a:gd name="T9" fmla="*/ 42 h 64"/>
                  <a:gd name="T10" fmla="*/ 21 w 64"/>
                  <a:gd name="T11" fmla="*/ 42 h 64"/>
                  <a:gd name="T12" fmla="*/ 21 w 64"/>
                  <a:gd name="T13" fmla="*/ 64 h 64"/>
                  <a:gd name="T14" fmla="*/ 42 w 64"/>
                  <a:gd name="T15" fmla="*/ 64 h 64"/>
                  <a:gd name="T16" fmla="*/ 42 w 64"/>
                  <a:gd name="T17" fmla="*/ 42 h 64"/>
                  <a:gd name="T18" fmla="*/ 64 w 64"/>
                  <a:gd name="T19" fmla="*/ 42 h 64"/>
                  <a:gd name="T20" fmla="*/ 64 w 64"/>
                  <a:gd name="T21" fmla="*/ 21 h 64"/>
                  <a:gd name="T22" fmla="*/ 42 w 64"/>
                  <a:gd name="T23" fmla="*/ 21 h 64"/>
                  <a:gd name="T24" fmla="*/ 42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2" y="0"/>
                    </a:moveTo>
                    <a:lnTo>
                      <a:pt x="21" y="0"/>
                    </a:lnTo>
                    <a:lnTo>
                      <a:pt x="21" y="21"/>
                    </a:lnTo>
                    <a:lnTo>
                      <a:pt x="0" y="21"/>
                    </a:lnTo>
                    <a:lnTo>
                      <a:pt x="0" y="42"/>
                    </a:lnTo>
                    <a:lnTo>
                      <a:pt x="21" y="42"/>
                    </a:lnTo>
                    <a:lnTo>
                      <a:pt x="21" y="64"/>
                    </a:lnTo>
                    <a:lnTo>
                      <a:pt x="42" y="64"/>
                    </a:lnTo>
                    <a:lnTo>
                      <a:pt x="42" y="42"/>
                    </a:lnTo>
                    <a:lnTo>
                      <a:pt x="64" y="42"/>
                    </a:lnTo>
                    <a:lnTo>
                      <a:pt x="64" y="21"/>
                    </a:lnTo>
                    <a:lnTo>
                      <a:pt x="42" y="21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defTabSz="243785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2400">
                  <a:latin typeface="Avenir LT Std 45 Book" charset="0"/>
                  <a:cs typeface="Avenir LT Std 45 Book" charset="0"/>
                </a:endParaRPr>
              </a:p>
            </p:txBody>
          </p:sp>
          <p:grpSp>
            <p:nvGrpSpPr>
              <p:cNvPr id="68" name="Group 81">
                <a:extLst>
                  <a:ext uri="{FF2B5EF4-FFF2-40B4-BE49-F238E27FC236}">
                    <a16:creationId xmlns:a16="http://schemas.microsoft.com/office/drawing/2014/main" id="{A037A978-2D59-4645-B54B-FCD6583EAABF}"/>
                  </a:ext>
                </a:extLst>
              </p:cNvPr>
              <p:cNvGrpSpPr/>
              <p:nvPr/>
            </p:nvGrpSpPr>
            <p:grpSpPr bwMode="auto">
              <a:xfrm>
                <a:off x="6631799" y="1303567"/>
                <a:ext cx="103909" cy="103454"/>
                <a:chOff x="4763" y="2"/>
                <a:chExt cx="2900362" cy="2898773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70" name="Freeform 13">
                  <a:extLst>
                    <a:ext uri="{FF2B5EF4-FFF2-40B4-BE49-F238E27FC236}">
                      <a16:creationId xmlns:a16="http://schemas.microsoft.com/office/drawing/2014/main" id="{0E2917E0-9EE4-4920-8DC2-5A3FF82F9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"/>
                  <a:ext cx="727065" cy="722326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1" name="Freeform 14">
                  <a:extLst>
                    <a:ext uri="{FF2B5EF4-FFF2-40B4-BE49-F238E27FC236}">
                      <a16:creationId xmlns:a16="http://schemas.microsoft.com/office/drawing/2014/main" id="{4C65F46B-FDD4-477B-A00A-5644CDDA19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27"/>
                  <a:ext cx="727065" cy="722326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2" name="Freeform 15">
                  <a:extLst>
                    <a:ext uri="{FF2B5EF4-FFF2-40B4-BE49-F238E27FC236}">
                      <a16:creationId xmlns:a16="http://schemas.microsoft.com/office/drawing/2014/main" id="{3DE39A7D-1BB5-4EA9-B048-9C5AAA6335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14"/>
                  <a:ext cx="727065" cy="727061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3" name="Freeform 16">
                  <a:extLst>
                    <a:ext uri="{FF2B5EF4-FFF2-40B4-BE49-F238E27FC236}">
                      <a16:creationId xmlns:a16="http://schemas.microsoft.com/office/drawing/2014/main" id="{866BCDA5-9E97-44B5-8B36-0CD27B443E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98" y="2"/>
                  <a:ext cx="722320" cy="722326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4" name="Freeform 17">
                  <a:extLst>
                    <a:ext uri="{FF2B5EF4-FFF2-40B4-BE49-F238E27FC236}">
                      <a16:creationId xmlns:a16="http://schemas.microsoft.com/office/drawing/2014/main" id="{F8F82319-F765-4DD6-BD96-3D73DB7795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98" y="1087427"/>
                  <a:ext cx="722320" cy="722326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5" name="Freeform 18">
                  <a:extLst>
                    <a:ext uri="{FF2B5EF4-FFF2-40B4-BE49-F238E27FC236}">
                      <a16:creationId xmlns:a16="http://schemas.microsoft.com/office/drawing/2014/main" id="{91E6239A-3B7D-4DB2-A298-B5D5661632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98" y="2171714"/>
                  <a:ext cx="722320" cy="727061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6" name="Freeform 19">
                  <a:extLst>
                    <a:ext uri="{FF2B5EF4-FFF2-40B4-BE49-F238E27FC236}">
                      <a16:creationId xmlns:a16="http://schemas.microsoft.com/office/drawing/2014/main" id="{60A05E95-CB2A-4EDD-8183-5703654718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14" y="2"/>
                  <a:ext cx="723911" cy="722326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7" name="Freeform 20">
                  <a:extLst>
                    <a:ext uri="{FF2B5EF4-FFF2-40B4-BE49-F238E27FC236}">
                      <a16:creationId xmlns:a16="http://schemas.microsoft.com/office/drawing/2014/main" id="{D1502400-38A9-473D-AAD8-63E0482B96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14" y="1087427"/>
                  <a:ext cx="723911" cy="722326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  <p:sp>
              <p:nvSpPr>
                <p:cNvPr id="78" name="Freeform 21">
                  <a:extLst>
                    <a:ext uri="{FF2B5EF4-FFF2-40B4-BE49-F238E27FC236}">
                      <a16:creationId xmlns:a16="http://schemas.microsoft.com/office/drawing/2014/main" id="{37714643-AA4A-4391-9786-1FBD9C6961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14" y="2171714"/>
                  <a:ext cx="723911" cy="727061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defTabSz="243785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id-ID" sz="2400">
                    <a:latin typeface="Avenir LT Std 45 Book" charset="0"/>
                    <a:cs typeface="Avenir LT Std 45 Book" charset="0"/>
                  </a:endParaRPr>
                </a:p>
              </p:txBody>
            </p:sp>
          </p:grpSp>
          <p:sp>
            <p:nvSpPr>
              <p:cNvPr id="69" name="Freeform 25">
                <a:extLst>
                  <a:ext uri="{FF2B5EF4-FFF2-40B4-BE49-F238E27FC236}">
                    <a16:creationId xmlns:a16="http://schemas.microsoft.com/office/drawing/2014/main" id="{79B368C4-45E7-4AB0-97F2-A150E32A900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6634073" y="1527917"/>
                <a:ext cx="97621" cy="85906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defTabSz="243785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2400">
                  <a:latin typeface="Avenir LT Std 45 Book" charset="0"/>
                  <a:cs typeface="Avenir LT Std 45 Book" charset="0"/>
                </a:endParaRPr>
              </a:p>
            </p:txBody>
          </p:sp>
        </p:grp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B550A677-189A-495B-B93D-58E2D2E48C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7301" y="1537028"/>
              <a:ext cx="77446" cy="77446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defTabSz="243785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2400">
                <a:latin typeface="Avenir LT Std 45 Book" charset="0"/>
                <a:cs typeface="Avenir LT Std 45 Book" charset="0"/>
              </a:endParaRPr>
            </a:p>
          </p:txBody>
        </p:sp>
      </p:grpSp>
      <p:sp>
        <p:nvSpPr>
          <p:cNvPr id="42" name="Espace réservé pour une image  10">
            <a:extLst>
              <a:ext uri="{FF2B5EF4-FFF2-40B4-BE49-F238E27FC236}">
                <a16:creationId xmlns:a16="http://schemas.microsoft.com/office/drawing/2014/main" id="{D9DC552E-2C5D-4B68-8DB5-A401A27741A6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 bwMode="gray">
          <a:xfrm>
            <a:off x="2943488" y="2265998"/>
            <a:ext cx="6305024" cy="3492865"/>
          </a:xfrm>
          <a:prstGeom prst="rect">
            <a:avLst/>
          </a:prstGeom>
          <a:noFill/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91" name="Espace réservé du texte 5">
            <a:extLst>
              <a:ext uri="{FF2B5EF4-FFF2-40B4-BE49-F238E27FC236}">
                <a16:creationId xmlns:a16="http://schemas.microsoft.com/office/drawing/2014/main" id="{E5E8E86B-0B67-4583-A6A4-56D15B75724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11732" y="1636927"/>
            <a:ext cx="1802729" cy="3748616"/>
          </a:xfrm>
        </p:spPr>
        <p:txBody>
          <a:bodyPr>
            <a:normAutofit/>
          </a:bodyPr>
          <a:lstStyle>
            <a:lvl1pPr>
              <a:defRPr sz="1467"/>
            </a:lvl1pPr>
            <a:lvl2pPr>
              <a:defRPr sz="1333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30898E-00AF-41ED-ABAF-587BF01258DC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9523CFFE-B112-4517-94C8-3CAAE7FCDE75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EB614F-2F8D-49FF-B79C-238A6FF6526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1EA378-66CC-4385-A8FB-67B64C274095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79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ran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Espace réservé pour une image  10">
            <a:extLst>
              <a:ext uri="{FF2B5EF4-FFF2-40B4-BE49-F238E27FC236}">
                <a16:creationId xmlns:a16="http://schemas.microsoft.com/office/drawing/2014/main" id="{EA426759-992A-45A9-B8F0-BECD19803CD5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 bwMode="gray">
          <a:xfrm>
            <a:off x="7084413" y="1022708"/>
            <a:ext cx="3535871" cy="49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tIns="612000" rIns="72000" anchor="ctr" anchorCtr="0">
            <a:noAutofit/>
          </a:bodyPr>
          <a:lstStyle>
            <a:lvl1pPr algn="ctr">
              <a:defRPr sz="933" b="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Sélectionner l’icône pour insérer une image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4A69BB7-7D61-4E57-A64A-BA728259F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69" y="111683"/>
            <a:ext cx="5690427" cy="1151924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DC58069-95FB-47D6-9925-6948C808ED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750582" y="447544"/>
            <a:ext cx="4194703" cy="6102755"/>
            <a:chOff x="6408739" y="1240346"/>
            <a:chExt cx="2195511" cy="3194187"/>
          </a:xfrm>
        </p:grpSpPr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FF79F22-9D2B-41BB-971C-4618EF996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8739" y="1240346"/>
              <a:ext cx="2195511" cy="3194187"/>
            </a:xfrm>
            <a:custGeom>
              <a:avLst/>
              <a:gdLst>
                <a:gd name="connsiteX0" fmla="*/ 176470 w 2195511"/>
                <a:gd name="connsiteY0" fmla="*/ 302659 h 3194187"/>
                <a:gd name="connsiteX1" fmla="*/ 176470 w 2195511"/>
                <a:gd name="connsiteY1" fmla="*/ 2891528 h 3194187"/>
                <a:gd name="connsiteX2" fmla="*/ 2019043 w 2195511"/>
                <a:gd name="connsiteY2" fmla="*/ 2891528 h 3194187"/>
                <a:gd name="connsiteX3" fmla="*/ 2019043 w 2195511"/>
                <a:gd name="connsiteY3" fmla="*/ 302659 h 3194187"/>
                <a:gd name="connsiteX4" fmla="*/ 176741 w 2195511"/>
                <a:gd name="connsiteY4" fmla="*/ 0 h 3194187"/>
                <a:gd name="connsiteX5" fmla="*/ 2019332 w 2195511"/>
                <a:gd name="connsiteY5" fmla="*/ 0 h 3194187"/>
                <a:gd name="connsiteX6" fmla="*/ 2195511 w 2195511"/>
                <a:gd name="connsiteY6" fmla="*/ 176707 h 3194187"/>
                <a:gd name="connsiteX7" fmla="*/ 2195511 w 2195511"/>
                <a:gd name="connsiteY7" fmla="*/ 3017480 h 3194187"/>
                <a:gd name="connsiteX8" fmla="*/ 2019332 w 2195511"/>
                <a:gd name="connsiteY8" fmla="*/ 3194187 h 3194187"/>
                <a:gd name="connsiteX9" fmla="*/ 176741 w 2195511"/>
                <a:gd name="connsiteY9" fmla="*/ 3194187 h 3194187"/>
                <a:gd name="connsiteX10" fmla="*/ 0 w 2195511"/>
                <a:gd name="connsiteY10" fmla="*/ 3017480 h 3194187"/>
                <a:gd name="connsiteX11" fmla="*/ 0 w 2195511"/>
                <a:gd name="connsiteY11" fmla="*/ 176707 h 3194187"/>
                <a:gd name="connsiteX12" fmla="*/ 176741 w 2195511"/>
                <a:gd name="connsiteY12" fmla="*/ 0 h 31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5511" h="3194187">
                  <a:moveTo>
                    <a:pt x="176470" y="302659"/>
                  </a:moveTo>
                  <a:lnTo>
                    <a:pt x="176470" y="2891528"/>
                  </a:lnTo>
                  <a:lnTo>
                    <a:pt x="2019043" y="2891528"/>
                  </a:lnTo>
                  <a:lnTo>
                    <a:pt x="2019043" y="302659"/>
                  </a:lnTo>
                  <a:close/>
                  <a:moveTo>
                    <a:pt x="176741" y="0"/>
                  </a:moveTo>
                  <a:cubicBezTo>
                    <a:pt x="2019332" y="0"/>
                    <a:pt x="2019332" y="0"/>
                    <a:pt x="2019332" y="0"/>
                  </a:cubicBezTo>
                  <a:cubicBezTo>
                    <a:pt x="2116399" y="0"/>
                    <a:pt x="2195511" y="79097"/>
                    <a:pt x="2195511" y="176707"/>
                  </a:cubicBezTo>
                  <a:cubicBezTo>
                    <a:pt x="2195511" y="3017480"/>
                    <a:pt x="2195511" y="3017480"/>
                    <a:pt x="2195511" y="3017480"/>
                  </a:cubicBezTo>
                  <a:cubicBezTo>
                    <a:pt x="2195511" y="3115090"/>
                    <a:pt x="2116399" y="3194187"/>
                    <a:pt x="2019332" y="3194187"/>
                  </a:cubicBezTo>
                  <a:cubicBezTo>
                    <a:pt x="176741" y="3194187"/>
                    <a:pt x="176741" y="3194187"/>
                    <a:pt x="176741" y="3194187"/>
                  </a:cubicBezTo>
                  <a:cubicBezTo>
                    <a:pt x="79113" y="3194187"/>
                    <a:pt x="0" y="3115090"/>
                    <a:pt x="0" y="3017480"/>
                  </a:cubicBezTo>
                  <a:cubicBezTo>
                    <a:pt x="0" y="176707"/>
                    <a:pt x="0" y="176707"/>
                    <a:pt x="0" y="176707"/>
                  </a:cubicBezTo>
                  <a:cubicBezTo>
                    <a:pt x="0" y="79097"/>
                    <a:pt x="79113" y="0"/>
                    <a:pt x="176741" y="0"/>
                  </a:cubicBezTo>
                  <a:close/>
                </a:path>
              </a:pathLst>
            </a:custGeom>
            <a:solidFill>
              <a:srgbClr val="4D4F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2400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5C2EA47-A82A-4C7F-967D-D2A9D0183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0741" y="1357227"/>
              <a:ext cx="731508" cy="81827"/>
            </a:xfrm>
            <a:custGeom>
              <a:avLst/>
              <a:gdLst>
                <a:gd name="T0" fmla="*/ 1235 w 1304"/>
                <a:gd name="T1" fmla="*/ 145 h 145"/>
                <a:gd name="T2" fmla="*/ 68 w 1304"/>
                <a:gd name="T3" fmla="*/ 145 h 145"/>
                <a:gd name="T4" fmla="*/ 0 w 1304"/>
                <a:gd name="T5" fmla="*/ 68 h 145"/>
                <a:gd name="T6" fmla="*/ 69 w 1304"/>
                <a:gd name="T7" fmla="*/ 1 h 145"/>
                <a:gd name="T8" fmla="*/ 1236 w 1304"/>
                <a:gd name="T9" fmla="*/ 1 h 145"/>
                <a:gd name="T10" fmla="*/ 1303 w 1304"/>
                <a:gd name="T11" fmla="*/ 77 h 145"/>
                <a:gd name="T12" fmla="*/ 1235 w 1304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4" h="145">
                  <a:moveTo>
                    <a:pt x="1235" y="145"/>
                  </a:moveTo>
                  <a:cubicBezTo>
                    <a:pt x="68" y="145"/>
                    <a:pt x="68" y="145"/>
                    <a:pt x="68" y="145"/>
                  </a:cubicBezTo>
                  <a:cubicBezTo>
                    <a:pt x="30" y="145"/>
                    <a:pt x="0" y="106"/>
                    <a:pt x="0" y="68"/>
                  </a:cubicBezTo>
                  <a:cubicBezTo>
                    <a:pt x="0" y="31"/>
                    <a:pt x="31" y="0"/>
                    <a:pt x="69" y="1"/>
                  </a:cubicBezTo>
                  <a:cubicBezTo>
                    <a:pt x="1236" y="1"/>
                    <a:pt x="1236" y="1"/>
                    <a:pt x="1236" y="1"/>
                  </a:cubicBezTo>
                  <a:cubicBezTo>
                    <a:pt x="1273" y="1"/>
                    <a:pt x="1304" y="40"/>
                    <a:pt x="1303" y="77"/>
                  </a:cubicBezTo>
                  <a:cubicBezTo>
                    <a:pt x="1303" y="115"/>
                    <a:pt x="1272" y="145"/>
                    <a:pt x="1235" y="1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Oval 8">
              <a:extLst>
                <a:ext uri="{FF2B5EF4-FFF2-40B4-BE49-F238E27FC236}">
                  <a16:creationId xmlns:a16="http://schemas.microsoft.com/office/drawing/2014/main" id="{DAF3669F-04B0-43A7-ABE6-1C53F7747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5513" y="4206264"/>
              <a:ext cx="141964" cy="141964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51" name="Espace réservé du texte 5">
            <a:extLst>
              <a:ext uri="{FF2B5EF4-FFF2-40B4-BE49-F238E27FC236}">
                <a16:creationId xmlns:a16="http://schemas.microsoft.com/office/drawing/2014/main" id="{204C73C0-034A-4AD8-A36B-475DCD4F3D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11732" y="1919336"/>
            <a:ext cx="1802729" cy="3748616"/>
          </a:xfrm>
        </p:spPr>
        <p:txBody>
          <a:bodyPr>
            <a:normAutofit/>
          </a:bodyPr>
          <a:lstStyle>
            <a:lvl1pPr>
              <a:defRPr sz="1467"/>
            </a:lvl1pPr>
            <a:lvl2pPr>
              <a:defRPr sz="1333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2" name="Espace réservé du texte 5">
            <a:extLst>
              <a:ext uri="{FF2B5EF4-FFF2-40B4-BE49-F238E27FC236}">
                <a16:creationId xmlns:a16="http://schemas.microsoft.com/office/drawing/2014/main" id="{86153197-9D06-438D-A409-16686270AF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658209" y="1919336"/>
            <a:ext cx="1802729" cy="3748616"/>
          </a:xfrm>
        </p:spPr>
        <p:txBody>
          <a:bodyPr>
            <a:normAutofit/>
          </a:bodyPr>
          <a:lstStyle>
            <a:lvl1pPr>
              <a:defRPr sz="1467"/>
            </a:lvl1pPr>
            <a:lvl2pPr>
              <a:defRPr sz="1333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3" name="Espace réservé du texte 5">
            <a:extLst>
              <a:ext uri="{FF2B5EF4-FFF2-40B4-BE49-F238E27FC236}">
                <a16:creationId xmlns:a16="http://schemas.microsoft.com/office/drawing/2014/main" id="{146F461B-1F96-4254-9413-8495FE1A3FC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04688" y="1919336"/>
            <a:ext cx="1802729" cy="3748616"/>
          </a:xfrm>
        </p:spPr>
        <p:txBody>
          <a:bodyPr>
            <a:normAutofit/>
          </a:bodyPr>
          <a:lstStyle>
            <a:lvl1pPr>
              <a:defRPr sz="1467"/>
            </a:lvl1pPr>
            <a:lvl2pPr>
              <a:defRPr sz="1333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74C8D8F-9E49-4FDB-A1AD-A15F0BC385FC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AD881EFB-B667-4F17-93BF-A6A4F1D602D1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8342B-CDE9-4739-A6F8-DB58C3D33B87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fr-FR"/>
              <a:t>NOM DE L’ENTITÉ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796ED7-1AE2-4B9C-97F4-48376BCB6DEF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2066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retenir - fo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C180BD-223C-493F-A53A-3F5BECC579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4F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96000" rIns="96000" bIns="96000" rtlCol="0" anchor="t"/>
          <a:lstStyle/>
          <a:p>
            <a:pPr algn="l"/>
            <a:endParaRPr lang="fr-FR" sz="1333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E9DA516-49A9-4223-A909-E6D6F86B4D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1784" y="2654301"/>
            <a:ext cx="10752667" cy="2984499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133">
                <a:solidFill>
                  <a:schemeClr val="bg1"/>
                </a:solidFill>
              </a:defRPr>
            </a:lvl2pPr>
            <a:lvl3pPr algn="ctr">
              <a:defRPr sz="2133">
                <a:solidFill>
                  <a:schemeClr val="bg1"/>
                </a:solidFill>
              </a:defRPr>
            </a:lvl3pPr>
            <a:lvl4pPr algn="ctr">
              <a:defRPr sz="2133">
                <a:solidFill>
                  <a:schemeClr val="bg1"/>
                </a:solidFill>
              </a:defRPr>
            </a:lvl4pPr>
            <a:lvl5pPr algn="ctr">
              <a:defRPr sz="1467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6285110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double visuel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17D07861-D4AE-928C-42B5-0C0D09906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1467" y="337298"/>
            <a:ext cx="1311796" cy="1053352"/>
          </a:xfrm>
          <a:prstGeom prst="rect">
            <a:avLst/>
          </a:prstGeom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37123ABB-1B27-095C-37A3-CCB18FC110D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1595438"/>
            <a:ext cx="12211187" cy="4251843"/>
          </a:xfrm>
          <a:custGeom>
            <a:avLst/>
            <a:gdLst>
              <a:gd name="connsiteX0" fmla="*/ 8000330 w 12238742"/>
              <a:gd name="connsiteY0" fmla="*/ 14286 h 4251843"/>
              <a:gd name="connsiteX1" fmla="*/ 12238742 w 12238742"/>
              <a:gd name="connsiteY1" fmla="*/ 23430 h 4251843"/>
              <a:gd name="connsiteX2" fmla="*/ 12238742 w 12238742"/>
              <a:gd name="connsiteY2" fmla="*/ 4251843 h 4251843"/>
              <a:gd name="connsiteX3" fmla="*/ 8000330 w 12238742"/>
              <a:gd name="connsiteY3" fmla="*/ 4233555 h 4251843"/>
              <a:gd name="connsiteX4" fmla="*/ 7708568 w 12238742"/>
              <a:gd name="connsiteY4" fmla="*/ 3941793 h 4251843"/>
              <a:gd name="connsiteX5" fmla="*/ 7708568 w 12238742"/>
              <a:gd name="connsiteY5" fmla="*/ 306048 h 4251843"/>
              <a:gd name="connsiteX6" fmla="*/ 8000330 w 12238742"/>
              <a:gd name="connsiteY6" fmla="*/ 14286 h 4251843"/>
              <a:gd name="connsiteX7" fmla="*/ 0 w 12238742"/>
              <a:gd name="connsiteY7" fmla="*/ 0 h 4251843"/>
              <a:gd name="connsiteX8" fmla="*/ 6911973 w 12238742"/>
              <a:gd name="connsiteY8" fmla="*/ 0 h 4251843"/>
              <a:gd name="connsiteX9" fmla="*/ 7205890 w 12238742"/>
              <a:gd name="connsiteY9" fmla="*/ 293917 h 4251843"/>
              <a:gd name="connsiteX10" fmla="*/ 7205890 w 12238742"/>
              <a:gd name="connsiteY10" fmla="*/ 3943639 h 4251843"/>
              <a:gd name="connsiteX11" fmla="*/ 6911973 w 12238742"/>
              <a:gd name="connsiteY11" fmla="*/ 4237556 h 4251843"/>
              <a:gd name="connsiteX12" fmla="*/ 35859 w 12238742"/>
              <a:gd name="connsiteY12" fmla="*/ 4237556 h 425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8742" h="4251843">
                <a:moveTo>
                  <a:pt x="8000330" y="14286"/>
                </a:moveTo>
                <a:lnTo>
                  <a:pt x="12238742" y="23430"/>
                </a:lnTo>
                <a:lnTo>
                  <a:pt x="12238742" y="4251843"/>
                </a:lnTo>
                <a:lnTo>
                  <a:pt x="8000330" y="4233555"/>
                </a:lnTo>
                <a:cubicBezTo>
                  <a:pt x="7839194" y="4233555"/>
                  <a:pt x="7708568" y="4102929"/>
                  <a:pt x="7708568" y="3941793"/>
                </a:cubicBezTo>
                <a:lnTo>
                  <a:pt x="7708568" y="306048"/>
                </a:lnTo>
                <a:cubicBezTo>
                  <a:pt x="7708568" y="144912"/>
                  <a:pt x="7839194" y="14286"/>
                  <a:pt x="8000330" y="14286"/>
                </a:cubicBezTo>
                <a:close/>
                <a:moveTo>
                  <a:pt x="0" y="0"/>
                </a:moveTo>
                <a:lnTo>
                  <a:pt x="6911973" y="0"/>
                </a:lnTo>
                <a:cubicBezTo>
                  <a:pt x="7074299" y="0"/>
                  <a:pt x="7205890" y="131591"/>
                  <a:pt x="7205890" y="293917"/>
                </a:cubicBezTo>
                <a:lnTo>
                  <a:pt x="7205890" y="3943639"/>
                </a:lnTo>
                <a:cubicBezTo>
                  <a:pt x="7205890" y="4105965"/>
                  <a:pt x="7074299" y="4237556"/>
                  <a:pt x="6911973" y="4237556"/>
                </a:cubicBezTo>
                <a:lnTo>
                  <a:pt x="35859" y="423755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97F68182-DE15-4327-C092-043B7DED7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8738" y="650506"/>
            <a:ext cx="6804862" cy="168507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5400" b="0" i="0" kern="12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defRPr sz="30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TITRE ET</a:t>
            </a:r>
            <a:br>
              <a:rPr lang="fr-FR" dirty="0"/>
            </a:br>
            <a:r>
              <a:rPr lang="fr-FR" dirty="0"/>
              <a:t>	SUITE DU TITRE</a:t>
            </a:r>
          </a:p>
        </p:txBody>
      </p:sp>
    </p:spTree>
    <p:extLst>
      <p:ext uri="{BB962C8B-B14F-4D97-AF65-F5344CB8AC3E}">
        <p14:creationId xmlns:p14="http://schemas.microsoft.com/office/powerpoint/2010/main" val="28343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1D7D17-DC75-C6BF-4A79-C60B038D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929BB1-77BE-44BD-1F22-32CC3C94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4F36F7-CDCA-E59C-EB4D-51B96165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CE19-0B1F-4C81-9A81-6F5960AE4213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7D34C-19BB-EBBE-8B30-63AB7772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5EBD2A-DD34-5327-DF99-917FE72F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DA46-F03D-4D70-A7EB-00D355F65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18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0073E6">
                <a:alpha val="60000"/>
              </a:srgbClr>
            </a:gs>
            <a:gs pos="31000">
              <a:srgbClr val="B0DFFF">
                <a:alpha val="6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pied de page 22">
            <a:extLst>
              <a:ext uri="{FF2B5EF4-FFF2-40B4-BE49-F238E27FC236}">
                <a16:creationId xmlns:a16="http://schemas.microsoft.com/office/drawing/2014/main" id="{D4EB4FE2-859B-45AC-86ED-6BE8CA494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186" y="6299175"/>
            <a:ext cx="1072943" cy="129267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l">
              <a:lnSpc>
                <a:spcPct val="90000"/>
              </a:lnSpc>
              <a:defRPr sz="933" cap="all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fr-FR"/>
              <a:t>NOM DE L’ENTITÉ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719669" y="111683"/>
            <a:ext cx="10752665" cy="115192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19668" y="6417600"/>
            <a:ext cx="1745671" cy="17960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>
              <a:lnSpc>
                <a:spcPct val="114000"/>
              </a:lnSpc>
              <a:defRPr sz="1067" cap="all" baseline="0">
                <a:solidFill>
                  <a:schemeClr val="tx1"/>
                </a:solidFill>
              </a:defRPr>
            </a:lvl1pPr>
          </a:lstStyle>
          <a:p>
            <a:fld id="{4E7FA8A7-6AF1-4DE3-9777-1C32B2D4A210}" type="datetime2">
              <a:rPr lang="fr-FR" smtClean="0"/>
              <a:t>mercredi 18 mars 2026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239184" y="6417600"/>
            <a:ext cx="480483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ct val="114000"/>
              </a:lnSpc>
              <a:defRPr sz="1067">
                <a:solidFill>
                  <a:schemeClr val="tx1"/>
                </a:solidFill>
              </a:defRPr>
            </a:lvl1pPr>
          </a:lstStyle>
          <a:p>
            <a:fld id="{F39F9F64-4784-4F3A-948D-D16FD8AFA9F9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719670" y="2324101"/>
            <a:ext cx="10752665" cy="36491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525459" y="6417600"/>
            <a:ext cx="192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1067" b="1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A9ECB91-0B22-48EA-A801-C90375F2BD38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958304"/>
            <a:ext cx="1219200" cy="9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4" r:id="rId20"/>
    <p:sldLayoutId id="2147483687" r:id="rId21"/>
    <p:sldLayoutId id="2147483688" r:id="rId22"/>
    <p:sldLayoutId id="2147483689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</p:sldLayoutIdLst>
  <p:hf hdr="0"/>
  <p:txStyles>
    <p:titleStyle>
      <a:lvl1pPr algn="l" defTabSz="1219140" rtl="0" eaLnBrk="1" latinLnBrk="0" hangingPunct="1">
        <a:lnSpc>
          <a:spcPct val="85000"/>
        </a:lnSpc>
        <a:spcBef>
          <a:spcPct val="0"/>
        </a:spcBef>
        <a:buNone/>
        <a:defRPr sz="3733" b="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Font typeface="Avenir LT Std 45 Book" pitchFamily="34" charset="0"/>
        <a:buNone/>
        <a:defRPr sz="1733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21914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Font typeface="Avenir LT Std 45 Book" pitchFamily="34" charset="0"/>
        <a:buNone/>
        <a:defRPr sz="1733" kern="1200">
          <a:solidFill>
            <a:schemeClr val="tx1"/>
          </a:solidFill>
          <a:latin typeface="+mn-lt"/>
          <a:ea typeface="+mn-ea"/>
          <a:cs typeface="+mn-cs"/>
        </a:defRPr>
      </a:lvl2pPr>
      <a:lvl3pPr marL="191990" indent="-191990" algn="l" defTabSz="121914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Clr>
          <a:schemeClr val="accent1"/>
        </a:buClr>
        <a:buSzPct val="100000"/>
        <a:buFont typeface="Avenir LT Std 65 Medium" pitchFamily="34" charset="0"/>
        <a:buChar char="+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287986" indent="-95996" algn="l" defTabSz="1219140" rtl="0" eaLnBrk="1" latinLnBrk="0" hangingPunct="1">
        <a:lnSpc>
          <a:spcPct val="100000"/>
        </a:lnSpc>
        <a:spcBef>
          <a:spcPts val="267"/>
        </a:spcBef>
        <a:spcAft>
          <a:spcPts val="0"/>
        </a:spcAft>
        <a:buClr>
          <a:schemeClr val="tx1"/>
        </a:buClr>
        <a:buSzPct val="75000"/>
        <a:buFont typeface="Avenir LT Std 45 Book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86" indent="0" algn="l" defTabSz="1219140" rtl="0" eaLnBrk="1" latinLnBrk="0" hangingPunct="1">
        <a:lnSpc>
          <a:spcPct val="100000"/>
        </a:lnSpc>
        <a:spcBef>
          <a:spcPts val="267"/>
        </a:spcBef>
        <a:spcAft>
          <a:spcPts val="0"/>
        </a:spcAft>
        <a:buSzPct val="100000"/>
        <a:buFont typeface="Avenir LT Std 45 Book" pitchFamily="34" charset="0"/>
        <a:buNone/>
        <a:defRPr sz="1333" kern="1200">
          <a:solidFill>
            <a:schemeClr val="accent3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venir LT Std 45 Book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venir LT Std 45 Book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venir LT Std 45 Book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venir LT Std 45 Book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pos="2880">
          <p15:clr>
            <a:srgbClr val="A4A3A4"/>
          </p15:clr>
        </p15:guide>
        <p15:guide id="10" pos="5421">
          <p15:clr>
            <a:srgbClr val="A4A3A4"/>
          </p15:clr>
        </p15:guide>
        <p15:guide id="11" pos="341">
          <p15:clr>
            <a:srgbClr val="A4A3A4"/>
          </p15:clr>
        </p15:guide>
        <p15:guide id="12" orient="horz" pos="1098">
          <p15:clr>
            <a:srgbClr val="A4A3A4"/>
          </p15:clr>
        </p15:guide>
        <p15:guide id="13" orient="horz" pos="2333">
          <p15:clr>
            <a:srgbClr val="A4A3A4"/>
          </p15:clr>
        </p15:guide>
        <p15:guide id="14" orient="horz" pos="282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73E6">
                <a:alpha val="60000"/>
              </a:srgbClr>
            </a:gs>
            <a:gs pos="31000">
              <a:srgbClr val="B0DFFF">
                <a:alpha val="6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000" y="363600"/>
            <a:ext cx="10515600" cy="509820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fr-FR" dirty="0" err="1"/>
              <a:t>Vid</a:t>
            </a:r>
            <a:r>
              <a:rPr lang="fr-FR" dirty="0"/>
              <a:t>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8193" y="2309813"/>
            <a:ext cx="10515600" cy="146072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fr-FR" dirty="0" err="1"/>
              <a:t>Atiur</a:t>
            </a:r>
            <a:endParaRPr lang="fr-FR" dirty="0"/>
          </a:p>
          <a:p>
            <a:pPr lvl="1"/>
            <a:r>
              <a:rPr lang="fr-FR" dirty="0" err="1"/>
              <a:t>Etrae</a:t>
            </a:r>
            <a:r>
              <a:rPr lang="fr-FR" dirty="0"/>
              <a:t> niveau</a:t>
            </a:r>
          </a:p>
          <a:p>
            <a:pPr lvl="2"/>
            <a:r>
              <a:rPr lang="fr-FR" dirty="0" err="1"/>
              <a:t>maci</a:t>
            </a:r>
            <a:r>
              <a:rPr lang="fr-FR" dirty="0"/>
              <a:t>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C3460CC-2B58-198A-C8F6-91052DF5E6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1340" y="6168470"/>
            <a:ext cx="518260" cy="360000"/>
          </a:xfrm>
          <a:prstGeom prst="rect">
            <a:avLst/>
          </a:prstGeom>
        </p:spPr>
      </p:pic>
      <p:sp>
        <p:nvSpPr>
          <p:cNvPr id="5" name="Espace réservé du pied de page 17">
            <a:extLst>
              <a:ext uri="{FF2B5EF4-FFF2-40B4-BE49-F238E27FC236}">
                <a16:creationId xmlns:a16="http://schemas.microsoft.com/office/drawing/2014/main" id="{464C9DAB-1B01-F148-27AB-BB723A1F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8459" y="6270811"/>
            <a:ext cx="4264734" cy="140772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fr-FR" dirty="0"/>
              <a:t>Nom de la direction / Emetteur</a:t>
            </a:r>
          </a:p>
        </p:txBody>
      </p:sp>
      <p:sp>
        <p:nvSpPr>
          <p:cNvPr id="4" name="Espace réservé du numéro de diapositive 18">
            <a:extLst>
              <a:ext uri="{FF2B5EF4-FFF2-40B4-BE49-F238E27FC236}">
                <a16:creationId xmlns:a16="http://schemas.microsoft.com/office/drawing/2014/main" id="{6D03E8A2-D39E-D9EB-0C11-9BA9D5C16752}"/>
              </a:ext>
            </a:extLst>
          </p:cNvPr>
          <p:cNvSpPr txBox="1">
            <a:spLocks/>
          </p:cNvSpPr>
          <p:nvPr userDrawn="1"/>
        </p:nvSpPr>
        <p:spPr>
          <a:xfrm>
            <a:off x="5401141" y="6270811"/>
            <a:ext cx="542401" cy="1407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2286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54B0F7-55DD-40D6-B7F4-70B586885C0B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33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173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tabLst>
          <a:tab pos="9594850" algn="l"/>
        </a:tabLst>
        <a:defRPr sz="3600" b="1" kern="1200">
          <a:solidFill>
            <a:schemeClr val="tx1"/>
          </a:solidFill>
          <a:latin typeface="Avenir LT Std 65 Medium" panose="020B0803020203020204" pitchFamily="34" charset="0"/>
          <a:ea typeface="+mj-ea"/>
          <a:cs typeface="+mj-cs"/>
        </a:defRPr>
      </a:lvl1pPr>
    </p:titleStyle>
    <p:bodyStyle>
      <a:lvl1pPr marL="0" indent="0" algn="l" defTabSz="914355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914355" rtl="0" eaLnBrk="1" latinLnBrk="0" hangingPunct="1">
        <a:lnSpc>
          <a:spcPct val="106000"/>
        </a:lnSpc>
        <a:spcBef>
          <a:spcPts val="0"/>
        </a:spcBef>
        <a:buFontTx/>
        <a:buBlip>
          <a:blip r:embed="rId6"/>
        </a:buBlip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180000" algn="l" defTabSz="914355" rtl="0" eaLnBrk="1" latinLnBrk="0" hangingPunct="1">
        <a:lnSpc>
          <a:spcPct val="106000"/>
        </a:lnSpc>
        <a:spcBef>
          <a:spcPts val="0"/>
        </a:spcBef>
        <a:buFont typeface="Police système Courant"/>
        <a:buChar char="+"/>
        <a:defRPr lang="fr-FR" sz="1800" kern="1200" smtClean="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355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None/>
        <a:defRPr lang="fr-FR" sz="1800" kern="1200" dirty="0">
          <a:solidFill>
            <a:schemeClr val="tx2"/>
          </a:solidFill>
          <a:latin typeface="Avenir LT Std 65 Medium" panose="020B0803020203020204" pitchFamily="34" charset="0"/>
          <a:ea typeface="+mn-ea"/>
          <a:cs typeface="+mn-cs"/>
        </a:defRPr>
      </a:lvl4pPr>
      <a:lvl5pPr marL="0" indent="0" algn="l" defTabSz="914355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59">
          <p15:clr>
            <a:srgbClr val="F26B43"/>
          </p15:clr>
        </p15:guide>
        <p15:guide id="3" pos="5122">
          <p15:clr>
            <a:srgbClr val="F26B43"/>
          </p15:clr>
        </p15:guide>
        <p15:guide id="6" orient="horz" pos="1435">
          <p15:clr>
            <a:srgbClr val="F26B43"/>
          </p15:clr>
        </p15:guide>
        <p15:guide id="8" orient="horz" pos="2886">
          <p15:clr>
            <a:srgbClr val="F26B43"/>
          </p15:clr>
        </p15:guide>
        <p15:guide id="9" pos="483">
          <p15:clr>
            <a:srgbClr val="F26B43"/>
          </p15:clr>
        </p15:guide>
        <p15:guide id="10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JP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1.png"/><Relationship Id="rId5" Type="http://schemas.openxmlformats.org/officeDocument/2006/relationships/image" Target="../media/image42.png"/><Relationship Id="rId10" Type="http://schemas.openxmlformats.org/officeDocument/2006/relationships/image" Target="../media/image46.jpg"/><Relationship Id="rId4" Type="http://schemas.openxmlformats.org/officeDocument/2006/relationships/image" Target="../media/image41.png"/><Relationship Id="rId9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CFA5-3521-6148-5672-0D7EB2B2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E6698A2-1E8D-DFD6-8FD7-8529C85DEE1C}"/>
              </a:ext>
            </a:extLst>
          </p:cNvPr>
          <p:cNvSpPr/>
          <p:nvPr/>
        </p:nvSpPr>
        <p:spPr>
          <a:xfrm>
            <a:off x="879342" y="2404963"/>
            <a:ext cx="2231916" cy="1450757"/>
          </a:xfrm>
          <a:prstGeom prst="roundRect">
            <a:avLst>
              <a:gd name="adj" fmla="val 10000"/>
            </a:avLst>
          </a:prstGeom>
          <a:solidFill>
            <a:srgbClr val="00468C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BA98E270-BE5D-D516-DC1B-3D3C6EBD693B}"/>
              </a:ext>
            </a:extLst>
          </p:cNvPr>
          <p:cNvSpPr/>
          <p:nvPr/>
        </p:nvSpPr>
        <p:spPr>
          <a:xfrm>
            <a:off x="1181518" y="2706318"/>
            <a:ext cx="2170958" cy="1378558"/>
          </a:xfrm>
          <a:custGeom>
            <a:avLst/>
            <a:gdLst>
              <a:gd name="csX0" fmla="*/ 0 w 2170958"/>
              <a:gd name="csY0" fmla="*/ 137856 h 1378558"/>
              <a:gd name="csX1" fmla="*/ 137856 w 2170958"/>
              <a:gd name="csY1" fmla="*/ 0 h 1378558"/>
              <a:gd name="csX2" fmla="*/ 2033102 w 2170958"/>
              <a:gd name="csY2" fmla="*/ 0 h 1378558"/>
              <a:gd name="csX3" fmla="*/ 2170958 w 2170958"/>
              <a:gd name="csY3" fmla="*/ 137856 h 1378558"/>
              <a:gd name="csX4" fmla="*/ 2170958 w 2170958"/>
              <a:gd name="csY4" fmla="*/ 1240702 h 1378558"/>
              <a:gd name="csX5" fmla="*/ 2033102 w 2170958"/>
              <a:gd name="csY5" fmla="*/ 1378558 h 1378558"/>
              <a:gd name="csX6" fmla="*/ 137856 w 2170958"/>
              <a:gd name="csY6" fmla="*/ 1378558 h 1378558"/>
              <a:gd name="csX7" fmla="*/ 0 w 2170958"/>
              <a:gd name="csY7" fmla="*/ 1240702 h 1378558"/>
              <a:gd name="csX8" fmla="*/ 0 w 2170958"/>
              <a:gd name="csY8" fmla="*/ 137856 h 137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70958" h="1378558">
                <a:moveTo>
                  <a:pt x="0" y="137856"/>
                </a:moveTo>
                <a:cubicBezTo>
                  <a:pt x="0" y="61720"/>
                  <a:pt x="61720" y="0"/>
                  <a:pt x="137856" y="0"/>
                </a:cubicBezTo>
                <a:lnTo>
                  <a:pt x="2033102" y="0"/>
                </a:lnTo>
                <a:cubicBezTo>
                  <a:pt x="2109238" y="0"/>
                  <a:pt x="2170958" y="61720"/>
                  <a:pt x="2170958" y="137856"/>
                </a:cubicBezTo>
                <a:lnTo>
                  <a:pt x="2170958" y="1240702"/>
                </a:lnTo>
                <a:cubicBezTo>
                  <a:pt x="2170958" y="1316838"/>
                  <a:pt x="2109238" y="1378558"/>
                  <a:pt x="2033102" y="1378558"/>
                </a:cubicBezTo>
                <a:lnTo>
                  <a:pt x="137856" y="1378558"/>
                </a:lnTo>
                <a:cubicBezTo>
                  <a:pt x="61720" y="1378558"/>
                  <a:pt x="0" y="1316838"/>
                  <a:pt x="0" y="1240702"/>
                </a:cubicBezTo>
                <a:lnTo>
                  <a:pt x="0" y="137856"/>
                </a:lnTo>
                <a:close/>
              </a:path>
            </a:pathLst>
          </a:custGeom>
          <a:solidFill>
            <a:srgbClr val="FFF6F0">
              <a:alpha val="90000"/>
            </a:srgbClr>
          </a:solidFill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97" tIns="124197" rIns="124197" bIns="124197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200" kern="1200" dirty="0"/>
              <a:t>Entreprise et environnement</a:t>
            </a:r>
            <a:endParaRPr lang="en-US" sz="2200" kern="120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95EB943-0713-8ABE-A93D-F20D110DFE73}"/>
              </a:ext>
            </a:extLst>
          </p:cNvPr>
          <p:cNvSpPr/>
          <p:nvPr/>
        </p:nvSpPr>
        <p:spPr>
          <a:xfrm>
            <a:off x="3532736" y="2908360"/>
            <a:ext cx="2231916" cy="1435371"/>
          </a:xfrm>
          <a:prstGeom prst="roundRect">
            <a:avLst>
              <a:gd name="adj" fmla="val 10000"/>
            </a:avLst>
          </a:prstGeom>
          <a:solidFill>
            <a:srgbClr val="00468C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016548DF-054D-3D41-FC2F-3C8774B49378}"/>
              </a:ext>
            </a:extLst>
          </p:cNvPr>
          <p:cNvSpPr/>
          <p:nvPr/>
        </p:nvSpPr>
        <p:spPr>
          <a:xfrm>
            <a:off x="3834912" y="3194329"/>
            <a:ext cx="2170958" cy="1378558"/>
          </a:xfrm>
          <a:custGeom>
            <a:avLst/>
            <a:gdLst>
              <a:gd name="csX0" fmla="*/ 0 w 2170958"/>
              <a:gd name="csY0" fmla="*/ 137856 h 1378558"/>
              <a:gd name="csX1" fmla="*/ 137856 w 2170958"/>
              <a:gd name="csY1" fmla="*/ 0 h 1378558"/>
              <a:gd name="csX2" fmla="*/ 2033102 w 2170958"/>
              <a:gd name="csY2" fmla="*/ 0 h 1378558"/>
              <a:gd name="csX3" fmla="*/ 2170958 w 2170958"/>
              <a:gd name="csY3" fmla="*/ 137856 h 1378558"/>
              <a:gd name="csX4" fmla="*/ 2170958 w 2170958"/>
              <a:gd name="csY4" fmla="*/ 1240702 h 1378558"/>
              <a:gd name="csX5" fmla="*/ 2033102 w 2170958"/>
              <a:gd name="csY5" fmla="*/ 1378558 h 1378558"/>
              <a:gd name="csX6" fmla="*/ 137856 w 2170958"/>
              <a:gd name="csY6" fmla="*/ 1378558 h 1378558"/>
              <a:gd name="csX7" fmla="*/ 0 w 2170958"/>
              <a:gd name="csY7" fmla="*/ 1240702 h 1378558"/>
              <a:gd name="csX8" fmla="*/ 0 w 2170958"/>
              <a:gd name="csY8" fmla="*/ 137856 h 137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70958" h="1378558">
                <a:moveTo>
                  <a:pt x="0" y="137856"/>
                </a:moveTo>
                <a:cubicBezTo>
                  <a:pt x="0" y="61720"/>
                  <a:pt x="61720" y="0"/>
                  <a:pt x="137856" y="0"/>
                </a:cubicBezTo>
                <a:lnTo>
                  <a:pt x="2033102" y="0"/>
                </a:lnTo>
                <a:cubicBezTo>
                  <a:pt x="2109238" y="0"/>
                  <a:pt x="2170958" y="61720"/>
                  <a:pt x="2170958" y="137856"/>
                </a:cubicBezTo>
                <a:lnTo>
                  <a:pt x="2170958" y="1240702"/>
                </a:lnTo>
                <a:cubicBezTo>
                  <a:pt x="2170958" y="1316838"/>
                  <a:pt x="2109238" y="1378558"/>
                  <a:pt x="2033102" y="1378558"/>
                </a:cubicBezTo>
                <a:lnTo>
                  <a:pt x="137856" y="1378558"/>
                </a:lnTo>
                <a:cubicBezTo>
                  <a:pt x="61720" y="1378558"/>
                  <a:pt x="0" y="1316838"/>
                  <a:pt x="0" y="1240702"/>
                </a:cubicBezTo>
                <a:lnTo>
                  <a:pt x="0" y="137856"/>
                </a:lnTo>
                <a:close/>
              </a:path>
            </a:pathLst>
          </a:custGeom>
          <a:solidFill>
            <a:srgbClr val="FFF6F0">
              <a:alpha val="90000"/>
            </a:srgbClr>
          </a:solidFill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97" tIns="124197" rIns="124197" bIns="124197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200" kern="1200" dirty="0"/>
              <a:t>Mes missions d’alternance</a:t>
            </a:r>
            <a:endParaRPr lang="en-US" sz="2200" kern="1200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3518E04-1C5F-6475-4BDA-AA67AD942A73}"/>
              </a:ext>
            </a:extLst>
          </p:cNvPr>
          <p:cNvSpPr/>
          <p:nvPr/>
        </p:nvSpPr>
        <p:spPr>
          <a:xfrm>
            <a:off x="6186130" y="3367190"/>
            <a:ext cx="2231916" cy="1435371"/>
          </a:xfrm>
          <a:prstGeom prst="roundRect">
            <a:avLst>
              <a:gd name="adj" fmla="val 10000"/>
            </a:avLst>
          </a:prstGeom>
          <a:solidFill>
            <a:srgbClr val="00468C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65F3892D-303B-B286-77FE-E5F64C610CA0}"/>
              </a:ext>
            </a:extLst>
          </p:cNvPr>
          <p:cNvSpPr/>
          <p:nvPr/>
        </p:nvSpPr>
        <p:spPr>
          <a:xfrm>
            <a:off x="6488306" y="3653159"/>
            <a:ext cx="2170958" cy="1378558"/>
          </a:xfrm>
          <a:custGeom>
            <a:avLst/>
            <a:gdLst>
              <a:gd name="csX0" fmla="*/ 0 w 2170958"/>
              <a:gd name="csY0" fmla="*/ 137856 h 1378558"/>
              <a:gd name="csX1" fmla="*/ 137856 w 2170958"/>
              <a:gd name="csY1" fmla="*/ 0 h 1378558"/>
              <a:gd name="csX2" fmla="*/ 2033102 w 2170958"/>
              <a:gd name="csY2" fmla="*/ 0 h 1378558"/>
              <a:gd name="csX3" fmla="*/ 2170958 w 2170958"/>
              <a:gd name="csY3" fmla="*/ 137856 h 1378558"/>
              <a:gd name="csX4" fmla="*/ 2170958 w 2170958"/>
              <a:gd name="csY4" fmla="*/ 1240702 h 1378558"/>
              <a:gd name="csX5" fmla="*/ 2033102 w 2170958"/>
              <a:gd name="csY5" fmla="*/ 1378558 h 1378558"/>
              <a:gd name="csX6" fmla="*/ 137856 w 2170958"/>
              <a:gd name="csY6" fmla="*/ 1378558 h 1378558"/>
              <a:gd name="csX7" fmla="*/ 0 w 2170958"/>
              <a:gd name="csY7" fmla="*/ 1240702 h 1378558"/>
              <a:gd name="csX8" fmla="*/ 0 w 2170958"/>
              <a:gd name="csY8" fmla="*/ 137856 h 137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70958" h="1378558">
                <a:moveTo>
                  <a:pt x="0" y="137856"/>
                </a:moveTo>
                <a:cubicBezTo>
                  <a:pt x="0" y="61720"/>
                  <a:pt x="61720" y="0"/>
                  <a:pt x="137856" y="0"/>
                </a:cubicBezTo>
                <a:lnTo>
                  <a:pt x="2033102" y="0"/>
                </a:lnTo>
                <a:cubicBezTo>
                  <a:pt x="2109238" y="0"/>
                  <a:pt x="2170958" y="61720"/>
                  <a:pt x="2170958" y="137856"/>
                </a:cubicBezTo>
                <a:lnTo>
                  <a:pt x="2170958" y="1240702"/>
                </a:lnTo>
                <a:cubicBezTo>
                  <a:pt x="2170958" y="1316838"/>
                  <a:pt x="2109238" y="1378558"/>
                  <a:pt x="2033102" y="1378558"/>
                </a:cubicBezTo>
                <a:lnTo>
                  <a:pt x="137856" y="1378558"/>
                </a:lnTo>
                <a:cubicBezTo>
                  <a:pt x="61720" y="1378558"/>
                  <a:pt x="0" y="1316838"/>
                  <a:pt x="0" y="1240702"/>
                </a:cubicBezTo>
                <a:lnTo>
                  <a:pt x="0" y="137856"/>
                </a:lnTo>
                <a:close/>
              </a:path>
            </a:pathLst>
          </a:custGeom>
          <a:solidFill>
            <a:srgbClr val="FFF6F0">
              <a:alpha val="90000"/>
            </a:srgbClr>
          </a:solidFill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97" tIns="124197" rIns="124197" bIns="124197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200" kern="1200" dirty="0"/>
              <a:t>Projet SAE et process</a:t>
            </a:r>
            <a:endParaRPr lang="en-US" sz="2200" kern="1200" dirty="0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AEFA753-C2E1-7D2F-6F66-90CA541A5CA8}"/>
              </a:ext>
            </a:extLst>
          </p:cNvPr>
          <p:cNvSpPr/>
          <p:nvPr/>
        </p:nvSpPr>
        <p:spPr>
          <a:xfrm>
            <a:off x="8961440" y="3855720"/>
            <a:ext cx="2231916" cy="1450757"/>
          </a:xfrm>
          <a:prstGeom prst="roundRect">
            <a:avLst>
              <a:gd name="adj" fmla="val 10000"/>
            </a:avLst>
          </a:prstGeom>
          <a:solidFill>
            <a:srgbClr val="00468C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ED2FDBDB-0033-77F3-E104-6FCC22EA9455}"/>
              </a:ext>
            </a:extLst>
          </p:cNvPr>
          <p:cNvSpPr/>
          <p:nvPr/>
        </p:nvSpPr>
        <p:spPr>
          <a:xfrm>
            <a:off x="9263616" y="4157075"/>
            <a:ext cx="2170958" cy="1378558"/>
          </a:xfrm>
          <a:custGeom>
            <a:avLst/>
            <a:gdLst>
              <a:gd name="csX0" fmla="*/ 0 w 2170958"/>
              <a:gd name="csY0" fmla="*/ 137856 h 1378558"/>
              <a:gd name="csX1" fmla="*/ 137856 w 2170958"/>
              <a:gd name="csY1" fmla="*/ 0 h 1378558"/>
              <a:gd name="csX2" fmla="*/ 2033102 w 2170958"/>
              <a:gd name="csY2" fmla="*/ 0 h 1378558"/>
              <a:gd name="csX3" fmla="*/ 2170958 w 2170958"/>
              <a:gd name="csY3" fmla="*/ 137856 h 1378558"/>
              <a:gd name="csX4" fmla="*/ 2170958 w 2170958"/>
              <a:gd name="csY4" fmla="*/ 1240702 h 1378558"/>
              <a:gd name="csX5" fmla="*/ 2033102 w 2170958"/>
              <a:gd name="csY5" fmla="*/ 1378558 h 1378558"/>
              <a:gd name="csX6" fmla="*/ 137856 w 2170958"/>
              <a:gd name="csY6" fmla="*/ 1378558 h 1378558"/>
              <a:gd name="csX7" fmla="*/ 0 w 2170958"/>
              <a:gd name="csY7" fmla="*/ 1240702 h 1378558"/>
              <a:gd name="csX8" fmla="*/ 0 w 2170958"/>
              <a:gd name="csY8" fmla="*/ 137856 h 137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70958" h="1378558">
                <a:moveTo>
                  <a:pt x="0" y="137856"/>
                </a:moveTo>
                <a:cubicBezTo>
                  <a:pt x="0" y="61720"/>
                  <a:pt x="61720" y="0"/>
                  <a:pt x="137856" y="0"/>
                </a:cubicBezTo>
                <a:lnTo>
                  <a:pt x="2033102" y="0"/>
                </a:lnTo>
                <a:cubicBezTo>
                  <a:pt x="2109238" y="0"/>
                  <a:pt x="2170958" y="61720"/>
                  <a:pt x="2170958" y="137856"/>
                </a:cubicBezTo>
                <a:lnTo>
                  <a:pt x="2170958" y="1240702"/>
                </a:lnTo>
                <a:cubicBezTo>
                  <a:pt x="2170958" y="1316838"/>
                  <a:pt x="2109238" y="1378558"/>
                  <a:pt x="2033102" y="1378558"/>
                </a:cubicBezTo>
                <a:lnTo>
                  <a:pt x="137856" y="1378558"/>
                </a:lnTo>
                <a:cubicBezTo>
                  <a:pt x="61720" y="1378558"/>
                  <a:pt x="0" y="1316838"/>
                  <a:pt x="0" y="1240702"/>
                </a:cubicBezTo>
                <a:lnTo>
                  <a:pt x="0" y="137856"/>
                </a:lnTo>
                <a:close/>
              </a:path>
            </a:pathLst>
          </a:custGeom>
          <a:solidFill>
            <a:srgbClr val="FFF6F0">
              <a:alpha val="90000"/>
            </a:srgbClr>
          </a:solidFill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97" tIns="124197" rIns="124197" bIns="124197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200" kern="1200" dirty="0"/>
              <a:t>Bilan professionnel et personnel</a:t>
            </a:r>
            <a:endParaRPr lang="en-US" sz="2200" kern="1200" dirty="0"/>
          </a:p>
        </p:txBody>
      </p:sp>
      <p:sp>
        <p:nvSpPr>
          <p:cNvPr id="4" name="Forme libre : forme 114">
            <a:extLst>
              <a:ext uri="{FF2B5EF4-FFF2-40B4-BE49-F238E27FC236}">
                <a16:creationId xmlns:a16="http://schemas.microsoft.com/office/drawing/2014/main" id="{5669445B-9F4C-C07A-BDE7-E331E1457EF9}"/>
              </a:ext>
            </a:extLst>
          </p:cNvPr>
          <p:cNvSpPr>
            <a:spLocks noChangeAspect="1"/>
          </p:cNvSpPr>
          <p:nvPr/>
        </p:nvSpPr>
        <p:spPr>
          <a:xfrm>
            <a:off x="940300" y="2513476"/>
            <a:ext cx="141976" cy="319865"/>
          </a:xfrm>
          <a:custGeom>
            <a:avLst/>
            <a:gdLst>
              <a:gd name="connsiteX0" fmla="*/ 219379 w 219243"/>
              <a:gd name="connsiteY0" fmla="*/ 136565 h 577668"/>
              <a:gd name="connsiteX1" fmla="*/ 86165 w 219243"/>
              <a:gd name="connsiteY1" fmla="*/ 837 h 577668"/>
              <a:gd name="connsiteX2" fmla="*/ 86165 w 219243"/>
              <a:gd name="connsiteY2" fmla="*/ 735 h 577668"/>
              <a:gd name="connsiteX3" fmla="*/ 16427 w 219243"/>
              <a:gd name="connsiteY3" fmla="*/ 735 h 577668"/>
              <a:gd name="connsiteX4" fmla="*/ 174 w 219243"/>
              <a:gd name="connsiteY4" fmla="*/ 16976 h 577668"/>
              <a:gd name="connsiteX5" fmla="*/ 174 w 219243"/>
              <a:gd name="connsiteY5" fmla="*/ 57584 h 577668"/>
              <a:gd name="connsiteX6" fmla="*/ 16427 w 219243"/>
              <a:gd name="connsiteY6" fmla="*/ 73824 h 577668"/>
              <a:gd name="connsiteX7" fmla="*/ 81911 w 219243"/>
              <a:gd name="connsiteY7" fmla="*/ 73824 h 577668"/>
              <a:gd name="connsiteX8" fmla="*/ 146328 w 219243"/>
              <a:gd name="connsiteY8" fmla="*/ 138394 h 577668"/>
              <a:gd name="connsiteX9" fmla="*/ 146340 w 219243"/>
              <a:gd name="connsiteY9" fmla="*/ 138394 h 577668"/>
              <a:gd name="connsiteX10" fmla="*/ 146340 w 219243"/>
              <a:gd name="connsiteY10" fmla="*/ 562163 h 577668"/>
              <a:gd name="connsiteX11" fmla="*/ 162581 w 219243"/>
              <a:gd name="connsiteY11" fmla="*/ 578404 h 577668"/>
              <a:gd name="connsiteX12" fmla="*/ 203177 w 219243"/>
              <a:gd name="connsiteY12" fmla="*/ 578404 h 577668"/>
              <a:gd name="connsiteX13" fmla="*/ 219417 w 219243"/>
              <a:gd name="connsiteY13" fmla="*/ 562163 h 577668"/>
              <a:gd name="connsiteX14" fmla="*/ 219417 w 219243"/>
              <a:gd name="connsiteY14" fmla="*/ 136565 h 577668"/>
              <a:gd name="connsiteX15" fmla="*/ 219379 w 219243"/>
              <a:gd name="connsiteY15" fmla="*/ 136565 h 57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9243" h="577668">
                <a:moveTo>
                  <a:pt x="219379" y="136565"/>
                </a:moveTo>
                <a:cubicBezTo>
                  <a:pt x="218414" y="62930"/>
                  <a:pt x="159419" y="3084"/>
                  <a:pt x="86165" y="837"/>
                </a:cubicBezTo>
                <a:lnTo>
                  <a:pt x="86165" y="735"/>
                </a:lnTo>
                <a:lnTo>
                  <a:pt x="16427" y="735"/>
                </a:lnTo>
                <a:cubicBezTo>
                  <a:pt x="7450" y="735"/>
                  <a:pt x="174" y="8011"/>
                  <a:pt x="174" y="16976"/>
                </a:cubicBezTo>
                <a:lnTo>
                  <a:pt x="174" y="57584"/>
                </a:lnTo>
                <a:cubicBezTo>
                  <a:pt x="174" y="66549"/>
                  <a:pt x="7450" y="73824"/>
                  <a:pt x="16427" y="73824"/>
                </a:cubicBezTo>
                <a:lnTo>
                  <a:pt x="81911" y="73824"/>
                </a:lnTo>
                <a:cubicBezTo>
                  <a:pt x="117440" y="73824"/>
                  <a:pt x="146328" y="102789"/>
                  <a:pt x="146328" y="138394"/>
                </a:cubicBezTo>
                <a:lnTo>
                  <a:pt x="146340" y="138394"/>
                </a:lnTo>
                <a:lnTo>
                  <a:pt x="146340" y="562163"/>
                </a:lnTo>
                <a:cubicBezTo>
                  <a:pt x="146340" y="571128"/>
                  <a:pt x="153604" y="578404"/>
                  <a:pt x="162581" y="578404"/>
                </a:cubicBezTo>
                <a:lnTo>
                  <a:pt x="203177" y="578404"/>
                </a:lnTo>
                <a:cubicBezTo>
                  <a:pt x="212154" y="578404"/>
                  <a:pt x="219417" y="571128"/>
                  <a:pt x="219417" y="562163"/>
                </a:cubicBezTo>
                <a:lnTo>
                  <a:pt x="219417" y="136565"/>
                </a:lnTo>
                <a:lnTo>
                  <a:pt x="219379" y="136565"/>
                </a:lnTo>
                <a:close/>
              </a:path>
            </a:pathLst>
          </a:custGeom>
          <a:solidFill>
            <a:srgbClr val="EFF9FF"/>
          </a:solidFill>
          <a:ln w="12680" cap="flat">
            <a:noFill/>
            <a:prstDash val="solid"/>
            <a:round/>
          </a:ln>
        </p:spPr>
        <p:txBody>
          <a:bodyPr rtlCol="0" anchor="ctr"/>
          <a:lstStyle/>
          <a:p>
            <a:endParaRPr lang="fr-FR" dirty="0">
              <a:latin typeface="Aptos" panose="020B0004020202020204" pitchFamily="34" charset="0"/>
            </a:endParaRPr>
          </a:p>
        </p:txBody>
      </p:sp>
      <p:pic>
        <p:nvPicPr>
          <p:cNvPr id="30" name="Graphique 29">
            <a:extLst>
              <a:ext uri="{FF2B5EF4-FFF2-40B4-BE49-F238E27FC236}">
                <a16:creationId xmlns:a16="http://schemas.microsoft.com/office/drawing/2014/main" id="{53B2DF5C-AE84-1C9D-C146-2877BE80D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6688" y="3005549"/>
            <a:ext cx="226056" cy="31986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A34D4B2B-1C12-1BBC-4D98-15F3DAD4E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611" y="3464379"/>
            <a:ext cx="207765" cy="315803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48506C8B-3723-9876-F934-5588BB62B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2398" y="3968295"/>
            <a:ext cx="226057" cy="335809"/>
          </a:xfrm>
          <a:prstGeom prst="rect">
            <a:avLst/>
          </a:prstGeom>
        </p:spPr>
      </p:pic>
      <p:sp>
        <p:nvSpPr>
          <p:cNvPr id="37" name="Titre 1">
            <a:extLst>
              <a:ext uri="{FF2B5EF4-FFF2-40B4-BE49-F238E27FC236}">
                <a16:creationId xmlns:a16="http://schemas.microsoft.com/office/drawing/2014/main" id="{FB353622-F2B1-BC65-A5D2-8811ECDDC87D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Sommaire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FB15F6-A2AE-A865-E1D4-0ED47FC3291B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numéro de diapositive 2">
            <a:extLst>
              <a:ext uri="{FF2B5EF4-FFF2-40B4-BE49-F238E27FC236}">
                <a16:creationId xmlns:a16="http://schemas.microsoft.com/office/drawing/2014/main" id="{57538A44-B81D-3BFD-BB6E-5786981D0E42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08586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>
            <a:extLst>
              <a:ext uri="{FF2B5EF4-FFF2-40B4-BE49-F238E27FC236}">
                <a16:creationId xmlns:a16="http://schemas.microsoft.com/office/drawing/2014/main" id="{70B9BD09-4E95-63D9-3C2E-5BC9A7462A1E}"/>
              </a:ext>
            </a:extLst>
          </p:cNvPr>
          <p:cNvGrpSpPr/>
          <p:nvPr/>
        </p:nvGrpSpPr>
        <p:grpSpPr>
          <a:xfrm>
            <a:off x="297087" y="1642210"/>
            <a:ext cx="11239846" cy="4397211"/>
            <a:chOff x="297087" y="1642210"/>
            <a:chExt cx="11239846" cy="4397211"/>
          </a:xfrm>
        </p:grpSpPr>
        <p:sp>
          <p:nvSpPr>
            <p:cNvPr id="21" name="Espace réservé du texte 4">
              <a:extLst>
                <a:ext uri="{FF2B5EF4-FFF2-40B4-BE49-F238E27FC236}">
                  <a16:creationId xmlns:a16="http://schemas.microsoft.com/office/drawing/2014/main" id="{EE8E8671-B578-C1FD-B8AB-D5BF305394A2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297087" y="1642210"/>
              <a:ext cx="3932693" cy="4390761"/>
            </a:xfrm>
            <a:custGeom>
              <a:avLst/>
              <a:gdLst>
                <a:gd name="connsiteX0" fmla="*/ 379869 w 7883466"/>
                <a:gd name="connsiteY0" fmla="*/ 0 h 5698172"/>
                <a:gd name="connsiteX1" fmla="*/ 7883466 w 7883466"/>
                <a:gd name="connsiteY1" fmla="*/ 0 h 5698172"/>
                <a:gd name="connsiteX2" fmla="*/ 7883466 w 7883466"/>
                <a:gd name="connsiteY2" fmla="*/ 5698172 h 5698172"/>
                <a:gd name="connsiteX3" fmla="*/ 379869 w 7883466"/>
                <a:gd name="connsiteY3" fmla="*/ 5698172 h 5698172"/>
                <a:gd name="connsiteX4" fmla="*/ 0 w 7883466"/>
                <a:gd name="connsiteY4" fmla="*/ 5318291 h 5698172"/>
                <a:gd name="connsiteX5" fmla="*/ 0 w 7883466"/>
                <a:gd name="connsiteY5" fmla="*/ 379882 h 5698172"/>
                <a:gd name="connsiteX6" fmla="*/ 379869 w 7883466"/>
                <a:gd name="connsiteY6" fmla="*/ 0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3466" h="5698172">
                  <a:moveTo>
                    <a:pt x="379869" y="0"/>
                  </a:moveTo>
                  <a:lnTo>
                    <a:pt x="7883466" y="0"/>
                  </a:lnTo>
                  <a:lnTo>
                    <a:pt x="7883466" y="5698172"/>
                  </a:lnTo>
                  <a:lnTo>
                    <a:pt x="379869" y="5698172"/>
                  </a:lnTo>
                  <a:cubicBezTo>
                    <a:pt x="170073" y="5698172"/>
                    <a:pt x="0" y="5528098"/>
                    <a:pt x="0" y="5318291"/>
                  </a:cubicBezTo>
                  <a:lnTo>
                    <a:pt x="0" y="379882"/>
                  </a:lnTo>
                  <a:cubicBezTo>
                    <a:pt x="0" y="170074"/>
                    <a:pt x="170073" y="0"/>
                    <a:pt x="379869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5DFADC68-CF1D-F08E-8C21-141260BE367A}"/>
                </a:ext>
              </a:extLst>
            </p:cNvPr>
            <p:cNvGrpSpPr/>
            <p:nvPr/>
          </p:nvGrpSpPr>
          <p:grpSpPr>
            <a:xfrm>
              <a:off x="4221731" y="1648660"/>
              <a:ext cx="7315202" cy="4390761"/>
              <a:chOff x="-2" y="1652368"/>
              <a:chExt cx="7315202" cy="4390761"/>
            </a:xfrm>
          </p:grpSpPr>
          <p:sp>
            <p:nvSpPr>
              <p:cNvPr id="19" name="Espace réservé du texte 4">
                <a:extLst>
                  <a:ext uri="{FF2B5EF4-FFF2-40B4-BE49-F238E27FC236}">
                    <a16:creationId xmlns:a16="http://schemas.microsoft.com/office/drawing/2014/main" id="{594FAE82-B247-0D01-6855-674465491D47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-2" y="1652368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  <p:sp>
            <p:nvSpPr>
              <p:cNvPr id="20" name="Espace réservé du texte 4">
                <a:extLst>
                  <a:ext uri="{FF2B5EF4-FFF2-40B4-BE49-F238E27FC236}">
                    <a16:creationId xmlns:a16="http://schemas.microsoft.com/office/drawing/2014/main" id="{974A8352-3FC4-7C0B-998F-87A746AAADE6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3129279" y="1652368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</p:grpSp>
      </p:grpSp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BCB4970F-590F-A71B-AD5E-4AD17C3011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659404"/>
              </p:ext>
            </p:extLst>
          </p:nvPr>
        </p:nvGraphicFramePr>
        <p:xfrm>
          <a:off x="889918" y="3201895"/>
          <a:ext cx="10039472" cy="1577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 4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735C9B45-FF1C-C0C4-163C-D48A064098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392" y="3101783"/>
            <a:ext cx="808636" cy="454858"/>
          </a:xfrm>
          <a:prstGeom prst="rect">
            <a:avLst/>
          </a:prstGeom>
        </p:spPr>
      </p:pic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32D13624-AE81-E56C-97C6-F688DBA9BD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74" y="2983881"/>
            <a:ext cx="701101" cy="541067"/>
          </a:xfrm>
          <a:prstGeom prst="rect">
            <a:avLst/>
          </a:prstGeom>
        </p:spPr>
      </p:pic>
      <p:pic>
        <p:nvPicPr>
          <p:cNvPr id="7" name="Image 6" descr="Une image contenant texte, logo, Police, Graphique&#10;&#10;Le contenu généré par l’IA peut être incorrect.">
            <a:extLst>
              <a:ext uri="{FF2B5EF4-FFF2-40B4-BE49-F238E27FC236}">
                <a16:creationId xmlns:a16="http://schemas.microsoft.com/office/drawing/2014/main" id="{5C8FE567-53EA-FDE7-D8C4-8EEE0F6CD0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36" y="2853900"/>
            <a:ext cx="760390" cy="760390"/>
          </a:xfrm>
          <a:prstGeom prst="rect">
            <a:avLst/>
          </a:prstGeom>
        </p:spPr>
      </p:pic>
      <p:pic>
        <p:nvPicPr>
          <p:cNvPr id="8" name="Image 7" descr="Une image contenant texte, Police, blanc, conception&#10;&#10;Le contenu généré par l’IA peut être incorrect.">
            <a:extLst>
              <a:ext uri="{FF2B5EF4-FFF2-40B4-BE49-F238E27FC236}">
                <a16:creationId xmlns:a16="http://schemas.microsoft.com/office/drawing/2014/main" id="{62C83549-E58D-ECC4-CF39-5AAC090B5A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889" y="3084423"/>
            <a:ext cx="1288164" cy="396858"/>
          </a:xfrm>
          <a:prstGeom prst="rect">
            <a:avLst/>
          </a:prstGeom>
        </p:spPr>
      </p:pic>
      <p:pic>
        <p:nvPicPr>
          <p:cNvPr id="9" name="Image 8" descr="Une image contenant Graphiqu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4225E116-3485-C7C8-F42D-2FD4A6AD31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605" y="3101783"/>
            <a:ext cx="500741" cy="500741"/>
          </a:xfrm>
          <a:prstGeom prst="rect">
            <a:avLst/>
          </a:prstGeom>
        </p:spPr>
      </p:pic>
      <p:pic>
        <p:nvPicPr>
          <p:cNvPr id="10" name="Image 9" descr="Une image contenant Graphique, Police, symbole, logo&#10;&#10;Le contenu généré par l’IA peut être incorrect.">
            <a:extLst>
              <a:ext uri="{FF2B5EF4-FFF2-40B4-BE49-F238E27FC236}">
                <a16:creationId xmlns:a16="http://schemas.microsoft.com/office/drawing/2014/main" id="{587375BE-057D-A356-0707-C018D6599F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732" y="3038145"/>
            <a:ext cx="549721" cy="39685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232BB6D-74C2-92B2-8747-8349C5DC499E}"/>
              </a:ext>
            </a:extLst>
          </p:cNvPr>
          <p:cNvSpPr txBox="1"/>
          <p:nvPr/>
        </p:nvSpPr>
        <p:spPr>
          <a:xfrm>
            <a:off x="818945" y="4435196"/>
            <a:ext cx="143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7 entités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BFE2FF-A153-D7DF-4627-7C4809409F0B}"/>
              </a:ext>
            </a:extLst>
          </p:cNvPr>
          <p:cNvSpPr txBox="1"/>
          <p:nvPr/>
        </p:nvSpPr>
        <p:spPr>
          <a:xfrm>
            <a:off x="2329933" y="4442562"/>
            <a:ext cx="143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Crée en 2020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2DB536A-2704-7DF3-3C4A-40135AF461A3}"/>
              </a:ext>
            </a:extLst>
          </p:cNvPr>
          <p:cNvSpPr txBox="1"/>
          <p:nvPr/>
        </p:nvSpPr>
        <p:spPr>
          <a:xfrm>
            <a:off x="5118673" y="4481474"/>
            <a:ext cx="1538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5600 employés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746A2F-4CDA-DC93-EEF3-75E4528E6050}"/>
              </a:ext>
            </a:extLst>
          </p:cNvPr>
          <p:cNvSpPr txBox="1"/>
          <p:nvPr/>
        </p:nvSpPr>
        <p:spPr>
          <a:xfrm>
            <a:off x="9491392" y="4502848"/>
            <a:ext cx="143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~ 1900 agents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351160-D279-4E06-3BF8-24F86BB4C20D}"/>
              </a:ext>
            </a:extLst>
          </p:cNvPr>
          <p:cNvSpPr txBox="1"/>
          <p:nvPr/>
        </p:nvSpPr>
        <p:spPr>
          <a:xfrm>
            <a:off x="7962876" y="4481473"/>
            <a:ext cx="143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35 employés</a:t>
            </a:r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ADCAD51B-EE2C-EB3B-1344-BBFADF2DFCA0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L’entreprise et le service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0E528-1919-32D7-F0C0-C5A6E73864A0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7A47E4CC-B31A-1909-B254-C6E5FE19DF12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2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57717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A14DB057-676A-DB17-020A-67136A06C3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4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re 1">
            <a:extLst>
              <a:ext uri="{FF2B5EF4-FFF2-40B4-BE49-F238E27FC236}">
                <a16:creationId xmlns:a16="http://schemas.microsoft.com/office/drawing/2014/main" id="{A710DD3D-5207-A9C7-D74D-4E28EF76E5BD}"/>
              </a:ext>
            </a:extLst>
          </p:cNvPr>
          <p:cNvSpPr txBox="1">
            <a:spLocks/>
          </p:cNvSpPr>
          <p:nvPr/>
        </p:nvSpPr>
        <p:spPr>
          <a:xfrm>
            <a:off x="1249680" y="540603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endParaRPr lang="fr-FR" sz="3200" b="0" dirty="0">
              <a:solidFill>
                <a:srgbClr val="00468C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DD967D28-923A-F257-C891-26EE3033EDED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0468C"/>
                </a:solidFill>
                <a:latin typeface="Avenir Next LT Pro" panose="020B0504020202020204" pitchFamily="34" charset="0"/>
              </a:rPr>
              <a:t>Chef de projet support technico-fonctionnel BI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84DDC4-4C09-A1E8-AD48-BE3ECA1B2069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2">
            <a:extLst>
              <a:ext uri="{FF2B5EF4-FFF2-40B4-BE49-F238E27FC236}">
                <a16:creationId xmlns:a16="http://schemas.microsoft.com/office/drawing/2014/main" id="{503858E0-6164-BCDE-EA70-83018FB802E7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3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3205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e 59">
            <a:extLst>
              <a:ext uri="{FF2B5EF4-FFF2-40B4-BE49-F238E27FC236}">
                <a16:creationId xmlns:a16="http://schemas.microsoft.com/office/drawing/2014/main" id="{F958E3BD-0F6F-1FF8-E8C7-4F4897C1C484}"/>
              </a:ext>
            </a:extLst>
          </p:cNvPr>
          <p:cNvGrpSpPr/>
          <p:nvPr/>
        </p:nvGrpSpPr>
        <p:grpSpPr>
          <a:xfrm>
            <a:off x="297087" y="1642210"/>
            <a:ext cx="11239846" cy="4397211"/>
            <a:chOff x="297087" y="1642210"/>
            <a:chExt cx="11239846" cy="4397211"/>
          </a:xfrm>
        </p:grpSpPr>
        <p:sp>
          <p:nvSpPr>
            <p:cNvPr id="61" name="Espace réservé du texte 4">
              <a:extLst>
                <a:ext uri="{FF2B5EF4-FFF2-40B4-BE49-F238E27FC236}">
                  <a16:creationId xmlns:a16="http://schemas.microsoft.com/office/drawing/2014/main" id="{CFE32FC9-74A5-20B8-3C4B-BD85734C4462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297087" y="1642210"/>
              <a:ext cx="3932693" cy="4390761"/>
            </a:xfrm>
            <a:custGeom>
              <a:avLst/>
              <a:gdLst>
                <a:gd name="connsiteX0" fmla="*/ 379869 w 7883466"/>
                <a:gd name="connsiteY0" fmla="*/ 0 h 5698172"/>
                <a:gd name="connsiteX1" fmla="*/ 7883466 w 7883466"/>
                <a:gd name="connsiteY1" fmla="*/ 0 h 5698172"/>
                <a:gd name="connsiteX2" fmla="*/ 7883466 w 7883466"/>
                <a:gd name="connsiteY2" fmla="*/ 5698172 h 5698172"/>
                <a:gd name="connsiteX3" fmla="*/ 379869 w 7883466"/>
                <a:gd name="connsiteY3" fmla="*/ 5698172 h 5698172"/>
                <a:gd name="connsiteX4" fmla="*/ 0 w 7883466"/>
                <a:gd name="connsiteY4" fmla="*/ 5318291 h 5698172"/>
                <a:gd name="connsiteX5" fmla="*/ 0 w 7883466"/>
                <a:gd name="connsiteY5" fmla="*/ 379882 h 5698172"/>
                <a:gd name="connsiteX6" fmla="*/ 379869 w 7883466"/>
                <a:gd name="connsiteY6" fmla="*/ 0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3466" h="5698172">
                  <a:moveTo>
                    <a:pt x="379869" y="0"/>
                  </a:moveTo>
                  <a:lnTo>
                    <a:pt x="7883466" y="0"/>
                  </a:lnTo>
                  <a:lnTo>
                    <a:pt x="7883466" y="5698172"/>
                  </a:lnTo>
                  <a:lnTo>
                    <a:pt x="379869" y="5698172"/>
                  </a:lnTo>
                  <a:cubicBezTo>
                    <a:pt x="170073" y="5698172"/>
                    <a:pt x="0" y="5528098"/>
                    <a:pt x="0" y="5318291"/>
                  </a:cubicBezTo>
                  <a:lnTo>
                    <a:pt x="0" y="379882"/>
                  </a:lnTo>
                  <a:cubicBezTo>
                    <a:pt x="0" y="170074"/>
                    <a:pt x="170073" y="0"/>
                    <a:pt x="379869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82829CEC-63E2-ADBC-64FF-D4C9A067DF44}"/>
                </a:ext>
              </a:extLst>
            </p:cNvPr>
            <p:cNvGrpSpPr/>
            <p:nvPr/>
          </p:nvGrpSpPr>
          <p:grpSpPr>
            <a:xfrm>
              <a:off x="4221731" y="1648660"/>
              <a:ext cx="7315202" cy="4390761"/>
              <a:chOff x="-2" y="1652368"/>
              <a:chExt cx="7315202" cy="4390761"/>
            </a:xfrm>
          </p:grpSpPr>
          <p:sp>
            <p:nvSpPr>
              <p:cNvPr id="63" name="Espace réservé du texte 4">
                <a:extLst>
                  <a:ext uri="{FF2B5EF4-FFF2-40B4-BE49-F238E27FC236}">
                    <a16:creationId xmlns:a16="http://schemas.microsoft.com/office/drawing/2014/main" id="{9B2FFB43-8FC8-FEC7-A5D0-C0A9CEC157ED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-2" y="1652368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  <p:sp>
            <p:nvSpPr>
              <p:cNvPr id="64" name="Espace réservé du texte 4">
                <a:extLst>
                  <a:ext uri="{FF2B5EF4-FFF2-40B4-BE49-F238E27FC236}">
                    <a16:creationId xmlns:a16="http://schemas.microsoft.com/office/drawing/2014/main" id="{9D5161B7-7425-B673-F6A7-45FCE7A29628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3129279" y="1652368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</p:grp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758E3B3B-AB5B-C24F-05AD-BC435E900643}"/>
              </a:ext>
            </a:extLst>
          </p:cNvPr>
          <p:cNvGrpSpPr/>
          <p:nvPr/>
        </p:nvGrpSpPr>
        <p:grpSpPr>
          <a:xfrm>
            <a:off x="812536" y="2740707"/>
            <a:ext cx="2842092" cy="2744733"/>
            <a:chOff x="957837" y="2052161"/>
            <a:chExt cx="2842092" cy="2744733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849EDE0E-F1D2-8389-EF9D-6D382D0D620A}"/>
                </a:ext>
              </a:extLst>
            </p:cNvPr>
            <p:cNvGrpSpPr/>
            <p:nvPr/>
          </p:nvGrpSpPr>
          <p:grpSpPr>
            <a:xfrm>
              <a:off x="983453" y="2079819"/>
              <a:ext cx="2816476" cy="2717075"/>
              <a:chOff x="983453" y="2079819"/>
              <a:chExt cx="2816476" cy="2717075"/>
            </a:xfrm>
          </p:grpSpPr>
          <p:pic>
            <p:nvPicPr>
              <p:cNvPr id="5" name="Image 4" descr="Une image contenant Graphique, capture d’écran, graphisme, Police&#10;&#10;Le contenu généré par l’IA peut être incorrect.">
                <a:extLst>
                  <a:ext uri="{FF2B5EF4-FFF2-40B4-BE49-F238E27FC236}">
                    <a16:creationId xmlns:a16="http://schemas.microsoft.com/office/drawing/2014/main" id="{FD5D5414-D4E0-0685-DDE1-DFDA97F41E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5370" y="3759125"/>
                <a:ext cx="771320" cy="753643"/>
              </a:xfrm>
              <a:prstGeom prst="rect">
                <a:avLst/>
              </a:prstGeom>
            </p:spPr>
          </p:pic>
          <p:pic>
            <p:nvPicPr>
              <p:cNvPr id="6" name="Image 5" descr="Une image contenant symbole, Graphique, capture d’écran, Bleu électrique&#10;&#10;Le contenu généré par l’IA peut être incorrect.">
                <a:extLst>
                  <a:ext uri="{FF2B5EF4-FFF2-40B4-BE49-F238E27FC236}">
                    <a16:creationId xmlns:a16="http://schemas.microsoft.com/office/drawing/2014/main" id="{B324A653-90E8-6FEC-1D63-D460025B9A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7043" y="2803914"/>
                <a:ext cx="745652" cy="694388"/>
              </a:xfrm>
              <a:prstGeom prst="rect">
                <a:avLst/>
              </a:prstGeom>
            </p:spPr>
          </p:pic>
          <p:sp>
            <p:nvSpPr>
              <p:cNvPr id="36" name="Rectangle : coins arrondis 35">
                <a:extLst>
                  <a:ext uri="{FF2B5EF4-FFF2-40B4-BE49-F238E27FC236}">
                    <a16:creationId xmlns:a16="http://schemas.microsoft.com/office/drawing/2014/main" id="{2158C82E-EF4E-9C29-EDF2-C91A4DDAA240}"/>
                  </a:ext>
                </a:extLst>
              </p:cNvPr>
              <p:cNvSpPr/>
              <p:nvPr/>
            </p:nvSpPr>
            <p:spPr>
              <a:xfrm>
                <a:off x="983453" y="2079819"/>
                <a:ext cx="2816476" cy="2717075"/>
              </a:xfrm>
              <a:prstGeom prst="roundRect">
                <a:avLst/>
              </a:prstGeom>
              <a:noFill/>
              <a:ln w="38100">
                <a:solidFill>
                  <a:srgbClr val="0078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latin typeface="Avenir Next LT Pro" panose="020B0504020202020204" pitchFamily="34" charset="0"/>
                </a:endParaRPr>
              </a:p>
            </p:txBody>
          </p:sp>
          <p:pic>
            <p:nvPicPr>
              <p:cNvPr id="47" name="Graphique 46">
                <a:extLst>
                  <a:ext uri="{FF2B5EF4-FFF2-40B4-BE49-F238E27FC236}">
                    <a16:creationId xmlns:a16="http://schemas.microsoft.com/office/drawing/2014/main" id="{E9F0B2AC-780C-363A-492A-A8B003275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96082" y="2613165"/>
                <a:ext cx="1638663" cy="1092442"/>
              </a:xfrm>
              <a:prstGeom prst="rect">
                <a:avLst/>
              </a:prstGeom>
            </p:spPr>
          </p:pic>
        </p:grp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F3D28898-6578-6133-7BC2-454A478C8267}"/>
                </a:ext>
              </a:extLst>
            </p:cNvPr>
            <p:cNvSpPr/>
            <p:nvPr/>
          </p:nvSpPr>
          <p:spPr>
            <a:xfrm>
              <a:off x="957837" y="2052161"/>
              <a:ext cx="1995560" cy="439969"/>
            </a:xfrm>
            <a:prstGeom prst="roundRect">
              <a:avLst/>
            </a:prstGeom>
            <a:solidFill>
              <a:srgbClr val="8F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dirty="0">
                  <a:solidFill>
                    <a:srgbClr val="0056AC"/>
                  </a:solidFill>
                  <a:latin typeface="Aptos Black" panose="020B0004020202020204" pitchFamily="34" charset="0"/>
                </a:rPr>
                <a:t>Collaboratif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93245CE7-A700-435A-1601-28A0036D55BA}"/>
              </a:ext>
            </a:extLst>
          </p:cNvPr>
          <p:cNvGrpSpPr/>
          <p:nvPr/>
        </p:nvGrpSpPr>
        <p:grpSpPr>
          <a:xfrm>
            <a:off x="4098483" y="3314295"/>
            <a:ext cx="6246717" cy="1625214"/>
            <a:chOff x="4706094" y="3171680"/>
            <a:chExt cx="6246717" cy="1625214"/>
          </a:xfrm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9783D55D-41BB-2E1E-2F74-FF20B3DAB925}"/>
                </a:ext>
              </a:extLst>
            </p:cNvPr>
            <p:cNvGrpSpPr/>
            <p:nvPr/>
          </p:nvGrpSpPr>
          <p:grpSpPr>
            <a:xfrm>
              <a:off x="4727627" y="3192158"/>
              <a:ext cx="6225184" cy="1604736"/>
              <a:chOff x="4727627" y="3192158"/>
              <a:chExt cx="6225184" cy="1604736"/>
            </a:xfrm>
          </p:grpSpPr>
          <p:sp>
            <p:nvSpPr>
              <p:cNvPr id="2" name="Rectangle : coins arrondis 1">
                <a:extLst>
                  <a:ext uri="{FF2B5EF4-FFF2-40B4-BE49-F238E27FC236}">
                    <a16:creationId xmlns:a16="http://schemas.microsoft.com/office/drawing/2014/main" id="{0892B522-0FAB-3469-32AE-B17AD4D2C2EB}"/>
                  </a:ext>
                </a:extLst>
              </p:cNvPr>
              <p:cNvSpPr/>
              <p:nvPr/>
            </p:nvSpPr>
            <p:spPr>
              <a:xfrm>
                <a:off x="4727627" y="3192158"/>
                <a:ext cx="6225184" cy="1604736"/>
              </a:xfrm>
              <a:prstGeom prst="roundRect">
                <a:avLst/>
              </a:prstGeom>
              <a:noFill/>
              <a:ln w="38100">
                <a:solidFill>
                  <a:srgbClr val="0078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latin typeface="Avenir Next LT Pro" panose="020B0504020202020204" pitchFamily="34" charset="0"/>
                </a:endParaRPr>
              </a:p>
            </p:txBody>
          </p:sp>
          <p:pic>
            <p:nvPicPr>
              <p:cNvPr id="12" name="Image 11" descr="Une image contenant jaune, capture d’écran, conception&#10;&#10;Description générée automatiquement">
                <a:extLst>
                  <a:ext uri="{FF2B5EF4-FFF2-40B4-BE49-F238E27FC236}">
                    <a16:creationId xmlns:a16="http://schemas.microsoft.com/office/drawing/2014/main" id="{FE0478C7-3D6E-A191-681F-EBB42FE4C3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51064" y="3570031"/>
                <a:ext cx="561459" cy="709875"/>
              </a:xfrm>
              <a:prstGeom prst="rect">
                <a:avLst/>
              </a:prstGeom>
            </p:spPr>
          </p:pic>
          <p:cxnSp>
            <p:nvCxnSpPr>
              <p:cNvPr id="15" name="Connecteur : en arc 14">
                <a:extLst>
                  <a:ext uri="{FF2B5EF4-FFF2-40B4-BE49-F238E27FC236}">
                    <a16:creationId xmlns:a16="http://schemas.microsoft.com/office/drawing/2014/main" id="{8175EC77-4D21-8A8F-C074-750CD93E56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2404" y="4009305"/>
                <a:ext cx="787638" cy="322289"/>
              </a:xfrm>
              <a:prstGeom prst="curvedConnector3">
                <a:avLst>
                  <a:gd name="adj1" fmla="val 50000"/>
                </a:avLst>
              </a:prstGeom>
              <a:ln w="25400">
                <a:solidFill>
                  <a:srgbClr val="0078D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 : en arc 15">
                <a:extLst>
                  <a:ext uri="{FF2B5EF4-FFF2-40B4-BE49-F238E27FC236}">
                    <a16:creationId xmlns:a16="http://schemas.microsoft.com/office/drawing/2014/main" id="{487CF20B-2E77-E53D-9A52-30F77E6E05A9}"/>
                  </a:ext>
                </a:extLst>
              </p:cNvPr>
              <p:cNvCxnSpPr/>
              <p:nvPr/>
            </p:nvCxnSpPr>
            <p:spPr>
              <a:xfrm>
                <a:off x="8418667" y="3924969"/>
                <a:ext cx="880719" cy="245480"/>
              </a:xfrm>
              <a:prstGeom prst="curvedConnector3">
                <a:avLst/>
              </a:prstGeom>
              <a:ln w="25400">
                <a:solidFill>
                  <a:srgbClr val="0078D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" name="Image 17" descr="Une image contenant vert, symbole, Graphique, logo&#10;&#10;Le contenu généré par l’IA peut être incorrect.">
                <a:extLst>
                  <a:ext uri="{FF2B5EF4-FFF2-40B4-BE49-F238E27FC236}">
                    <a16:creationId xmlns:a16="http://schemas.microsoft.com/office/drawing/2014/main" id="{DABC7060-2243-D2E1-44C7-14DD23D56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8379" y="3532062"/>
                <a:ext cx="551669" cy="697497"/>
              </a:xfrm>
              <a:prstGeom prst="rect">
                <a:avLst/>
              </a:prstGeom>
            </p:spPr>
          </p:pic>
          <p:pic>
            <p:nvPicPr>
              <p:cNvPr id="21" name="Image 20" descr="Une image contenant Police, Graphique, logo, graphisme&#10;&#10;Le contenu généré par l’IA peut être incorrect.">
                <a:extLst>
                  <a:ext uri="{FF2B5EF4-FFF2-40B4-BE49-F238E27FC236}">
                    <a16:creationId xmlns:a16="http://schemas.microsoft.com/office/drawing/2014/main" id="{D035FC06-5082-4A2F-E1BF-EE36A3D8C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16514" y="4151275"/>
                <a:ext cx="1064791" cy="336564"/>
              </a:xfrm>
              <a:prstGeom prst="rect">
                <a:avLst/>
              </a:prstGeom>
            </p:spPr>
          </p:pic>
        </p:grp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E894C489-7385-7AF7-56F8-1DE72F1D178E}"/>
                </a:ext>
              </a:extLst>
            </p:cNvPr>
            <p:cNvSpPr/>
            <p:nvPr/>
          </p:nvSpPr>
          <p:spPr>
            <a:xfrm>
              <a:off x="4706094" y="3171680"/>
              <a:ext cx="1995560" cy="439969"/>
            </a:xfrm>
            <a:prstGeom prst="roundRect">
              <a:avLst/>
            </a:prstGeom>
            <a:solidFill>
              <a:srgbClr val="8F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dirty="0">
                  <a:solidFill>
                    <a:srgbClr val="0056AC"/>
                  </a:solidFill>
                  <a:latin typeface="Aptos Black" panose="020B0004020202020204" pitchFamily="34" charset="0"/>
                </a:rPr>
                <a:t>Donnée</a:t>
              </a:r>
            </a:p>
          </p:txBody>
        </p:sp>
      </p:grp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454F4DFC-E88C-5F54-2EB1-44CD28CAC75D}"/>
              </a:ext>
            </a:extLst>
          </p:cNvPr>
          <p:cNvSpPr/>
          <p:nvPr/>
        </p:nvSpPr>
        <p:spPr>
          <a:xfrm>
            <a:off x="489284" y="1876925"/>
            <a:ext cx="10793600" cy="3968367"/>
          </a:xfrm>
          <a:prstGeom prst="roundRect">
            <a:avLst/>
          </a:prstGeom>
          <a:noFill/>
          <a:ln w="381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15D690EB-02AE-89B2-0A85-20DE35BEBE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41" y="1862154"/>
            <a:ext cx="2816477" cy="518701"/>
          </a:xfrm>
          <a:prstGeom prst="rect">
            <a:avLst/>
          </a:prstGeom>
          <a:solidFill>
            <a:srgbClr val="B0DFFF"/>
          </a:solidFill>
        </p:spPr>
      </p:pic>
      <p:sp>
        <p:nvSpPr>
          <p:cNvPr id="65" name="Titre 1">
            <a:extLst>
              <a:ext uri="{FF2B5EF4-FFF2-40B4-BE49-F238E27FC236}">
                <a16:creationId xmlns:a16="http://schemas.microsoft.com/office/drawing/2014/main" id="{04FB6759-8BFC-4DB7-FB18-854AAD90D3E1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L’environnement technologique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E1E48-77C2-1519-5D4A-A6F5F8E9F866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2">
            <a:extLst>
              <a:ext uri="{FF2B5EF4-FFF2-40B4-BE49-F238E27FC236}">
                <a16:creationId xmlns:a16="http://schemas.microsoft.com/office/drawing/2014/main" id="{95EB26E6-7810-0146-A124-6AAEDD4A5EB7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4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12086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70F91BE0-1D69-0813-EAF0-7C85F1843CFB}"/>
              </a:ext>
            </a:extLst>
          </p:cNvPr>
          <p:cNvSpPr txBox="1">
            <a:spLocks/>
          </p:cNvSpPr>
          <p:nvPr/>
        </p:nvSpPr>
        <p:spPr>
          <a:xfrm rot="10800000" flipH="1">
            <a:off x="5317475" y="1652372"/>
            <a:ext cx="6874525" cy="4390761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87911AA0-A891-C144-769C-96468FD2C58F}"/>
              </a:ext>
            </a:extLst>
          </p:cNvPr>
          <p:cNvSpPr txBox="1">
            <a:spLocks/>
          </p:cNvSpPr>
          <p:nvPr/>
        </p:nvSpPr>
        <p:spPr>
          <a:xfrm rot="10800000" flipH="1">
            <a:off x="0" y="1652370"/>
            <a:ext cx="4514318" cy="4390761"/>
          </a:xfrm>
          <a:custGeom>
            <a:avLst/>
            <a:gdLst>
              <a:gd name="connsiteX0" fmla="*/ 0 w 3721768"/>
              <a:gd name="connsiteY0" fmla="*/ 0 h 5698172"/>
              <a:gd name="connsiteX1" fmla="*/ 3341899 w 3721768"/>
              <a:gd name="connsiteY1" fmla="*/ 0 h 5698172"/>
              <a:gd name="connsiteX2" fmla="*/ 3721768 w 3721768"/>
              <a:gd name="connsiteY2" fmla="*/ 379882 h 5698172"/>
              <a:gd name="connsiteX3" fmla="*/ 3721768 w 3721768"/>
              <a:gd name="connsiteY3" fmla="*/ 5318291 h 5698172"/>
              <a:gd name="connsiteX4" fmla="*/ 3341899 w 3721768"/>
              <a:gd name="connsiteY4" fmla="*/ 5698172 h 5698172"/>
              <a:gd name="connsiteX5" fmla="*/ 0 w 3721768"/>
              <a:gd name="connsiteY5" fmla="*/ 5698172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1768" h="5698172">
                <a:moveTo>
                  <a:pt x="0" y="0"/>
                </a:moveTo>
                <a:lnTo>
                  <a:pt x="3341899" y="0"/>
                </a:lnTo>
                <a:cubicBezTo>
                  <a:pt x="3551695" y="0"/>
                  <a:pt x="3721768" y="170074"/>
                  <a:pt x="3721768" y="379882"/>
                </a:cubicBezTo>
                <a:lnTo>
                  <a:pt x="3721768" y="5318291"/>
                </a:lnTo>
                <a:cubicBezTo>
                  <a:pt x="3721768" y="5528098"/>
                  <a:pt x="3551695" y="5698172"/>
                  <a:pt x="3341899" y="5698172"/>
                </a:cubicBezTo>
                <a:lnTo>
                  <a:pt x="0" y="5698172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8CC699D-CA3F-79A9-830D-07609DE628BE}"/>
              </a:ext>
            </a:extLst>
          </p:cNvPr>
          <p:cNvSpPr txBox="1">
            <a:spLocks/>
          </p:cNvSpPr>
          <p:nvPr/>
        </p:nvSpPr>
        <p:spPr>
          <a:xfrm>
            <a:off x="618945" y="1818454"/>
            <a:ext cx="4156234" cy="27621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Tableau Pilotage RH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Gratification Exceptionnelle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Cessation Activités Anticipée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Repos de Nuit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Tableau Citi et </a:t>
            </a:r>
            <a:r>
              <a:rPr lang="fr-FR" dirty="0" err="1"/>
              <a:t>Krono</a:t>
            </a:r>
            <a:endParaRPr lang="fr-FR" dirty="0"/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Portefeuille agent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dirty="0"/>
              <a:t>…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B30BFEA-F613-A659-EA96-C5A33390A816}"/>
              </a:ext>
            </a:extLst>
          </p:cNvPr>
          <p:cNvGrpSpPr/>
          <p:nvPr/>
        </p:nvGrpSpPr>
        <p:grpSpPr>
          <a:xfrm>
            <a:off x="5739575" y="2009824"/>
            <a:ext cx="5833480" cy="3084683"/>
            <a:chOff x="5578510" y="2622430"/>
            <a:chExt cx="5833480" cy="3246662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FA4D531-E7D4-5EA7-CEB4-0CDACEEC09C9}"/>
                </a:ext>
              </a:extLst>
            </p:cNvPr>
            <p:cNvGrpSpPr/>
            <p:nvPr/>
          </p:nvGrpSpPr>
          <p:grpSpPr>
            <a:xfrm>
              <a:off x="5578510" y="2622430"/>
              <a:ext cx="5833480" cy="3246662"/>
              <a:chOff x="4251027" y="1981188"/>
              <a:chExt cx="7940973" cy="4419601"/>
            </a:xfrm>
          </p:grpSpPr>
          <p:pic>
            <p:nvPicPr>
              <p:cNvPr id="12" name="Image 11" descr="Une image contenant texte, Police, capture d’écran, nombre&#10;&#10;Description générée automatiquement">
                <a:extLst>
                  <a:ext uri="{FF2B5EF4-FFF2-40B4-BE49-F238E27FC236}">
                    <a16:creationId xmlns:a16="http://schemas.microsoft.com/office/drawing/2014/main" id="{9E8FA932-5003-BA95-2345-83F3F6379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51028" y="1981188"/>
                <a:ext cx="7818120" cy="4419600"/>
              </a:xfrm>
              <a:prstGeom prst="rect">
                <a:avLst/>
              </a:prstGeom>
            </p:spPr>
          </p:pic>
          <p:pic>
            <p:nvPicPr>
              <p:cNvPr id="13" name="Image 12" descr="Une image contenant texte, capture d’écran, nombre, diagramme&#10;&#10;Description générée automatiquement">
                <a:extLst>
                  <a:ext uri="{FF2B5EF4-FFF2-40B4-BE49-F238E27FC236}">
                    <a16:creationId xmlns:a16="http://schemas.microsoft.com/office/drawing/2014/main" id="{1B17A9BA-43DA-A96B-9E3F-ADC4B7309F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51027" y="1981189"/>
                <a:ext cx="7940973" cy="4419600"/>
              </a:xfrm>
              <a:prstGeom prst="rtTriangle">
                <a:avLst/>
              </a:prstGeom>
            </p:spPr>
          </p:pic>
        </p:grp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D875EC75-6403-42AA-D1FD-C6119D54AEDB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5578510" y="2622431"/>
              <a:ext cx="5833480" cy="3246661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E192100B-880D-05E0-708C-0906A3F6EFFF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Missions d’alternance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3" name="Image 2" descr="Une image contenant texte, Graphique, Police, cercle&#10;&#10;Le contenu généré par l’IA peut être incorrect.">
            <a:extLst>
              <a:ext uri="{FF2B5EF4-FFF2-40B4-BE49-F238E27FC236}">
                <a16:creationId xmlns:a16="http://schemas.microsoft.com/office/drawing/2014/main" id="{65A9D85A-7C5F-4F4B-702B-9F1AB528B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99" y="4950982"/>
            <a:ext cx="1008327" cy="902949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91FC19E3-E5A8-55E9-EA16-0955806A5BDE}"/>
              </a:ext>
            </a:extLst>
          </p:cNvPr>
          <p:cNvGrpSpPr/>
          <p:nvPr/>
        </p:nvGrpSpPr>
        <p:grpSpPr>
          <a:xfrm>
            <a:off x="2732339" y="4922947"/>
            <a:ext cx="731639" cy="892338"/>
            <a:chOff x="2732339" y="4922947"/>
            <a:chExt cx="731639" cy="892338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C3CEF97-AFA9-0FDC-6050-C706F9A45F1D}"/>
                </a:ext>
              </a:extLst>
            </p:cNvPr>
            <p:cNvSpPr txBox="1"/>
            <p:nvPr/>
          </p:nvSpPr>
          <p:spPr>
            <a:xfrm>
              <a:off x="2746526" y="4922947"/>
              <a:ext cx="7174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dirty="0">
                  <a:latin typeface="Aptos Black" panose="020B0004020202020204" pitchFamily="34" charset="0"/>
                </a:rPr>
                <a:t>DPG</a:t>
              </a:r>
              <a:endParaRPr lang="fr-FR" sz="1200" dirty="0"/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D75A2ECB-2345-BDBF-FD64-DFD0743FB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3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32339" y="5176671"/>
              <a:ext cx="638614" cy="638614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5ADD14C-097A-6E74-0B87-A90AA9ED4576}"/>
              </a:ext>
            </a:extLst>
          </p:cNvPr>
          <p:cNvGrpSpPr/>
          <p:nvPr/>
        </p:nvGrpSpPr>
        <p:grpSpPr>
          <a:xfrm>
            <a:off x="7350076" y="5247924"/>
            <a:ext cx="2522231" cy="530140"/>
            <a:chOff x="8540516" y="3251209"/>
            <a:chExt cx="3427964" cy="1120712"/>
          </a:xfrm>
        </p:grpSpPr>
        <p:pic>
          <p:nvPicPr>
            <p:cNvPr id="18" name="Image 17" descr="Une image contenant sablier, conception&#10;&#10;Le contenu généré par l’IA peut être incorrect.">
              <a:extLst>
                <a:ext uri="{FF2B5EF4-FFF2-40B4-BE49-F238E27FC236}">
                  <a16:creationId xmlns:a16="http://schemas.microsoft.com/office/drawing/2014/main" id="{144A5D52-624D-A346-BF52-2907EC768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0516" y="3365383"/>
              <a:ext cx="1046373" cy="840238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FA694B82-C780-968C-84E4-760E037EB2F9}"/>
                </a:ext>
              </a:extLst>
            </p:cNvPr>
            <p:cNvCxnSpPr>
              <a:cxnSpLocks/>
            </p:cNvCxnSpPr>
            <p:nvPr/>
          </p:nvCxnSpPr>
          <p:spPr>
            <a:xfrm>
              <a:off x="9367520" y="3785502"/>
              <a:ext cx="260096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7AA3174-9893-4BC3-BB85-D3C8828A12AD}"/>
                </a:ext>
              </a:extLst>
            </p:cNvPr>
            <p:cNvSpPr txBox="1"/>
            <p:nvPr/>
          </p:nvSpPr>
          <p:spPr>
            <a:xfrm>
              <a:off x="9932840" y="3251209"/>
              <a:ext cx="1391919" cy="585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latin typeface="Aptos ExtraBold" panose="020B0004020202020204" pitchFamily="34" charset="0"/>
                </a:rPr>
                <a:t>Récurrents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068578B-91DE-D964-DB80-18257F5900DF}"/>
                </a:ext>
              </a:extLst>
            </p:cNvPr>
            <p:cNvSpPr txBox="1"/>
            <p:nvPr/>
          </p:nvSpPr>
          <p:spPr>
            <a:xfrm>
              <a:off x="9908617" y="3786347"/>
              <a:ext cx="1463815" cy="585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latin typeface="Aptos ExtraBold" panose="020B0004020202020204" pitchFamily="34" charset="0"/>
                </a:rPr>
                <a:t>Ponctuelles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3227D27-91A7-B1BE-AE30-93E1BD16CCAF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space réservé du numéro de diapositive 2">
            <a:extLst>
              <a:ext uri="{FF2B5EF4-FFF2-40B4-BE49-F238E27FC236}">
                <a16:creationId xmlns:a16="http://schemas.microsoft.com/office/drawing/2014/main" id="{7D42C8DC-F054-E37F-4638-A65B5BC2F4D7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5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634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A78D-1EF6-D20D-6B2F-52A28E49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BD14E920-58D3-123C-A39C-719DCBBA7888}"/>
              </a:ext>
            </a:extLst>
          </p:cNvPr>
          <p:cNvSpPr txBox="1">
            <a:spLocks/>
          </p:cNvSpPr>
          <p:nvPr/>
        </p:nvSpPr>
        <p:spPr>
          <a:xfrm>
            <a:off x="2375461" y="1835189"/>
            <a:ext cx="7434069" cy="31065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7200" dirty="0">
                <a:solidFill>
                  <a:srgbClr val="00468C"/>
                </a:solidFill>
              </a:rPr>
              <a:t>SAE </a:t>
            </a:r>
          </a:p>
          <a:p>
            <a:pPr algn="ctr"/>
            <a:r>
              <a:rPr lang="fr-FR" sz="3600" dirty="0">
                <a:solidFill>
                  <a:srgbClr val="00468C"/>
                </a:solidFill>
              </a:rPr>
              <a:t>Indicateur de charge administrative</a:t>
            </a:r>
          </a:p>
        </p:txBody>
      </p:sp>
      <p:pic>
        <p:nvPicPr>
          <p:cNvPr id="22" name="Graphique 21">
            <a:extLst>
              <a:ext uri="{FF2B5EF4-FFF2-40B4-BE49-F238E27FC236}">
                <a16:creationId xmlns:a16="http://schemas.microsoft.com/office/drawing/2014/main" id="{6FBF8F63-3201-20A5-82A0-1AD60A343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94204" y="4388245"/>
            <a:ext cx="1106905" cy="110690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1F93992-AAD6-E8FF-8B2E-F3005D5A0270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space réservé du numéro de diapositive 2">
            <a:extLst>
              <a:ext uri="{FF2B5EF4-FFF2-40B4-BE49-F238E27FC236}">
                <a16:creationId xmlns:a16="http://schemas.microsoft.com/office/drawing/2014/main" id="{90A5A248-2211-9E0F-C515-83B38665AAF0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6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1062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08138D-EA24-74A5-FE75-73419EC0C695}"/>
              </a:ext>
            </a:extLst>
          </p:cNvPr>
          <p:cNvSpPr/>
          <p:nvPr/>
        </p:nvSpPr>
        <p:spPr>
          <a:xfrm>
            <a:off x="4990011" y="6191309"/>
            <a:ext cx="6583680" cy="403109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space réservé du texte 4">
            <a:extLst>
              <a:ext uri="{FF2B5EF4-FFF2-40B4-BE49-F238E27FC236}">
                <a16:creationId xmlns:a16="http://schemas.microsoft.com/office/drawing/2014/main" id="{1F5BBDA2-BA68-6A12-474E-8C6A661B5668}"/>
              </a:ext>
            </a:extLst>
          </p:cNvPr>
          <p:cNvSpPr txBox="1">
            <a:spLocks/>
          </p:cNvSpPr>
          <p:nvPr/>
        </p:nvSpPr>
        <p:spPr>
          <a:xfrm rot="10800000" flipH="1">
            <a:off x="6264390" y="1635456"/>
            <a:ext cx="5927609" cy="4617592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3BCEFD9F-EF03-11F9-CBC3-E8A3F233E3F0}"/>
              </a:ext>
            </a:extLst>
          </p:cNvPr>
          <p:cNvGrpSpPr/>
          <p:nvPr/>
        </p:nvGrpSpPr>
        <p:grpSpPr>
          <a:xfrm>
            <a:off x="-1" y="1638833"/>
            <a:ext cx="5603992" cy="4631127"/>
            <a:chOff x="-2" y="1652368"/>
            <a:chExt cx="7315202" cy="4390761"/>
          </a:xfrm>
        </p:grpSpPr>
        <p:sp>
          <p:nvSpPr>
            <p:cNvPr id="110" name="Espace réservé du texte 4">
              <a:extLst>
                <a:ext uri="{FF2B5EF4-FFF2-40B4-BE49-F238E27FC236}">
                  <a16:creationId xmlns:a16="http://schemas.microsoft.com/office/drawing/2014/main" id="{B7ADB6BA-D703-E9EC-3E33-79F8CE310FC8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-2" y="1652368"/>
              <a:ext cx="4185921" cy="4390761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111" name="Espace réservé du texte 4">
              <a:extLst>
                <a:ext uri="{FF2B5EF4-FFF2-40B4-BE49-F238E27FC236}">
                  <a16:creationId xmlns:a16="http://schemas.microsoft.com/office/drawing/2014/main" id="{7F40A654-E974-6811-F73F-2934D1677287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3129279" y="1652368"/>
              <a:ext cx="4185921" cy="4390760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6" name="Espace réservé du numéro de diapositive 2">
            <a:extLst>
              <a:ext uri="{FF2B5EF4-FFF2-40B4-BE49-F238E27FC236}">
                <a16:creationId xmlns:a16="http://schemas.microsoft.com/office/drawing/2014/main" id="{8A795BAA-6C8C-5679-AE8F-83DF4670601F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7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45AC1C5-00E6-3F12-5345-994B392B5DBD}"/>
              </a:ext>
            </a:extLst>
          </p:cNvPr>
          <p:cNvSpPr/>
          <p:nvPr/>
        </p:nvSpPr>
        <p:spPr>
          <a:xfrm>
            <a:off x="170994" y="1930400"/>
            <a:ext cx="5223965" cy="3972560"/>
          </a:xfrm>
          <a:prstGeom prst="roundRect">
            <a:avLst/>
          </a:prstGeom>
          <a:noFill/>
          <a:ln w="381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venir Next LT Pro" panose="020B0504020202020204" pitchFamily="34" charset="0"/>
            </a:endParaRP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78B1928B-7635-6D71-9116-189033D38C0D}"/>
              </a:ext>
            </a:extLst>
          </p:cNvPr>
          <p:cNvSpPr/>
          <p:nvPr/>
        </p:nvSpPr>
        <p:spPr>
          <a:xfrm>
            <a:off x="1623683" y="1910079"/>
            <a:ext cx="2042659" cy="497841"/>
          </a:xfrm>
          <a:prstGeom prst="roundRect">
            <a:avLst/>
          </a:prstGeom>
          <a:solidFill>
            <a:srgbClr val="8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rgbClr val="0056AC"/>
                </a:solidFill>
                <a:latin typeface="Aptos Black" panose="020B0004020202020204" pitchFamily="34" charset="0"/>
              </a:rPr>
              <a:t>Constat</a:t>
            </a:r>
            <a:endParaRPr lang="fr-FR" sz="2000" dirty="0">
              <a:solidFill>
                <a:srgbClr val="0056AC"/>
              </a:solidFill>
              <a:latin typeface="Aptos Black" panose="020B0004020202020204" pitchFamily="34" charset="0"/>
            </a:endParaRPr>
          </a:p>
        </p:txBody>
      </p:sp>
      <p:sp>
        <p:nvSpPr>
          <p:cNvPr id="99" name="Titre 1">
            <a:extLst>
              <a:ext uri="{FF2B5EF4-FFF2-40B4-BE49-F238E27FC236}">
                <a16:creationId xmlns:a16="http://schemas.microsoft.com/office/drawing/2014/main" id="{F76F1DBC-151E-6C65-D226-E13B7A020C79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Diagnostic et enjeux</a:t>
            </a:r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88BFA363-818D-00C6-D6CF-D64ABEF336B5}"/>
              </a:ext>
            </a:extLst>
          </p:cNvPr>
          <p:cNvSpPr/>
          <p:nvPr/>
        </p:nvSpPr>
        <p:spPr>
          <a:xfrm>
            <a:off x="6502400" y="1929158"/>
            <a:ext cx="5518606" cy="3973801"/>
          </a:xfrm>
          <a:prstGeom prst="roundRect">
            <a:avLst/>
          </a:prstGeom>
          <a:noFill/>
          <a:ln w="381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venir Next LT Pro" panose="020B0504020202020204" pitchFamily="34" charset="0"/>
            </a:endParaRPr>
          </a:p>
        </p:txBody>
      </p:sp>
      <p:sp>
        <p:nvSpPr>
          <p:cNvPr id="107" name="Rectangle : coins arrondis 106">
            <a:extLst>
              <a:ext uri="{FF2B5EF4-FFF2-40B4-BE49-F238E27FC236}">
                <a16:creationId xmlns:a16="http://schemas.microsoft.com/office/drawing/2014/main" id="{8C85F220-EEE6-9244-B4FE-0C8199A5FE76}"/>
              </a:ext>
            </a:extLst>
          </p:cNvPr>
          <p:cNvSpPr/>
          <p:nvPr/>
        </p:nvSpPr>
        <p:spPr>
          <a:xfrm>
            <a:off x="7854938" y="1910080"/>
            <a:ext cx="2813529" cy="490878"/>
          </a:xfrm>
          <a:prstGeom prst="roundRect">
            <a:avLst/>
          </a:prstGeom>
          <a:solidFill>
            <a:srgbClr val="8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rgbClr val="0056AC"/>
                </a:solidFill>
                <a:latin typeface="Aptos Black" panose="020B0004020202020204" pitchFamily="34" charset="0"/>
              </a:rPr>
              <a:t>Problématique</a:t>
            </a:r>
            <a:endParaRPr lang="fr-FR" sz="2000" dirty="0">
              <a:solidFill>
                <a:srgbClr val="0056AC"/>
              </a:solidFill>
              <a:latin typeface="Aptos Black" panose="020B0004020202020204" pitchFamily="34" charset="0"/>
            </a:endParaRPr>
          </a:p>
        </p:txBody>
      </p:sp>
      <p:graphicFrame>
        <p:nvGraphicFramePr>
          <p:cNvPr id="114" name="Espace réservé du contenu 3">
            <a:extLst>
              <a:ext uri="{FF2B5EF4-FFF2-40B4-BE49-F238E27FC236}">
                <a16:creationId xmlns:a16="http://schemas.microsoft.com/office/drawing/2014/main" id="{4B87C099-CD62-6077-14BB-8BB5F79A9D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221592"/>
              </p:ext>
            </p:extLst>
          </p:nvPr>
        </p:nvGraphicFramePr>
        <p:xfrm>
          <a:off x="444084" y="2745405"/>
          <a:ext cx="4677784" cy="2651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8" name="Espace réservé du contenu 3">
            <a:extLst>
              <a:ext uri="{FF2B5EF4-FFF2-40B4-BE49-F238E27FC236}">
                <a16:creationId xmlns:a16="http://schemas.microsoft.com/office/drawing/2014/main" id="{F73CD262-C36A-99DB-1996-A70FD3FE38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2769575"/>
              </p:ext>
            </p:extLst>
          </p:nvPr>
        </p:nvGraphicFramePr>
        <p:xfrm>
          <a:off x="6922811" y="2745405"/>
          <a:ext cx="4677784" cy="2651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96470313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6419-1963-0513-617C-46D7498D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399EA9-EA03-D621-47F4-67524D2BE656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space réservé du numéro de diapositive 2">
            <a:extLst>
              <a:ext uri="{FF2B5EF4-FFF2-40B4-BE49-F238E27FC236}">
                <a16:creationId xmlns:a16="http://schemas.microsoft.com/office/drawing/2014/main" id="{72976AE4-95C4-ECC3-D01A-6D7E77980703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8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D9376CC-9C9C-0ED2-FF0E-0A09FBC7C7F3}"/>
              </a:ext>
            </a:extLst>
          </p:cNvPr>
          <p:cNvGrpSpPr/>
          <p:nvPr/>
        </p:nvGrpSpPr>
        <p:grpSpPr>
          <a:xfrm>
            <a:off x="292590" y="1638833"/>
            <a:ext cx="11239846" cy="4620969"/>
            <a:chOff x="297087" y="1638999"/>
            <a:chExt cx="11239846" cy="4393972"/>
          </a:xfrm>
        </p:grpSpPr>
        <p:sp>
          <p:nvSpPr>
            <p:cNvPr id="4" name="Espace réservé du texte 4">
              <a:extLst>
                <a:ext uri="{FF2B5EF4-FFF2-40B4-BE49-F238E27FC236}">
                  <a16:creationId xmlns:a16="http://schemas.microsoft.com/office/drawing/2014/main" id="{6FBF174A-C259-0A3B-D192-BEBF680BFBCA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297087" y="1642210"/>
              <a:ext cx="3932693" cy="4390761"/>
            </a:xfrm>
            <a:custGeom>
              <a:avLst/>
              <a:gdLst>
                <a:gd name="connsiteX0" fmla="*/ 379869 w 7883466"/>
                <a:gd name="connsiteY0" fmla="*/ 0 h 5698172"/>
                <a:gd name="connsiteX1" fmla="*/ 7883466 w 7883466"/>
                <a:gd name="connsiteY1" fmla="*/ 0 h 5698172"/>
                <a:gd name="connsiteX2" fmla="*/ 7883466 w 7883466"/>
                <a:gd name="connsiteY2" fmla="*/ 5698172 h 5698172"/>
                <a:gd name="connsiteX3" fmla="*/ 379869 w 7883466"/>
                <a:gd name="connsiteY3" fmla="*/ 5698172 h 5698172"/>
                <a:gd name="connsiteX4" fmla="*/ 0 w 7883466"/>
                <a:gd name="connsiteY4" fmla="*/ 5318291 h 5698172"/>
                <a:gd name="connsiteX5" fmla="*/ 0 w 7883466"/>
                <a:gd name="connsiteY5" fmla="*/ 379882 h 5698172"/>
                <a:gd name="connsiteX6" fmla="*/ 379869 w 7883466"/>
                <a:gd name="connsiteY6" fmla="*/ 0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3466" h="5698172">
                  <a:moveTo>
                    <a:pt x="379869" y="0"/>
                  </a:moveTo>
                  <a:lnTo>
                    <a:pt x="7883466" y="0"/>
                  </a:lnTo>
                  <a:lnTo>
                    <a:pt x="7883466" y="5698172"/>
                  </a:lnTo>
                  <a:lnTo>
                    <a:pt x="379869" y="5698172"/>
                  </a:lnTo>
                  <a:cubicBezTo>
                    <a:pt x="170073" y="5698172"/>
                    <a:pt x="0" y="5528098"/>
                    <a:pt x="0" y="5318291"/>
                  </a:cubicBezTo>
                  <a:lnTo>
                    <a:pt x="0" y="379882"/>
                  </a:lnTo>
                  <a:cubicBezTo>
                    <a:pt x="0" y="170074"/>
                    <a:pt x="170073" y="0"/>
                    <a:pt x="379869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78809A3-B564-691D-7872-398B9D5F69FB}"/>
                </a:ext>
              </a:extLst>
            </p:cNvPr>
            <p:cNvGrpSpPr/>
            <p:nvPr/>
          </p:nvGrpSpPr>
          <p:grpSpPr>
            <a:xfrm>
              <a:off x="4221731" y="1638999"/>
              <a:ext cx="7315202" cy="4390761"/>
              <a:chOff x="-2" y="1642707"/>
              <a:chExt cx="7315202" cy="4390761"/>
            </a:xfrm>
          </p:grpSpPr>
          <p:sp>
            <p:nvSpPr>
              <p:cNvPr id="7" name="Espace réservé du texte 4">
                <a:extLst>
                  <a:ext uri="{FF2B5EF4-FFF2-40B4-BE49-F238E27FC236}">
                    <a16:creationId xmlns:a16="http://schemas.microsoft.com/office/drawing/2014/main" id="{183B1E38-879C-E6A1-C03F-064F9A5F2929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-2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  <p:sp>
            <p:nvSpPr>
              <p:cNvPr id="8" name="Espace réservé du texte 4">
                <a:extLst>
                  <a:ext uri="{FF2B5EF4-FFF2-40B4-BE49-F238E27FC236}">
                    <a16:creationId xmlns:a16="http://schemas.microsoft.com/office/drawing/2014/main" id="{9E4C2EC0-9DB2-4AC1-6E90-70AFD008453A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3129279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</p:grpSp>
      </p:grp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33293AE4-E4ED-0509-632A-44357659876C}"/>
              </a:ext>
            </a:extLst>
          </p:cNvPr>
          <p:cNvCxnSpPr>
            <a:cxnSpLocks/>
          </p:cNvCxnSpPr>
          <p:nvPr/>
        </p:nvCxnSpPr>
        <p:spPr>
          <a:xfrm>
            <a:off x="2091492" y="3346535"/>
            <a:ext cx="1633042" cy="855991"/>
          </a:xfrm>
          <a:prstGeom prst="bentConnector3">
            <a:avLst>
              <a:gd name="adj1" fmla="val 85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 : en angle 87">
            <a:extLst>
              <a:ext uri="{FF2B5EF4-FFF2-40B4-BE49-F238E27FC236}">
                <a16:creationId xmlns:a16="http://schemas.microsoft.com/office/drawing/2014/main" id="{C9827384-709D-4A4B-535F-1D3B87739894}"/>
              </a:ext>
            </a:extLst>
          </p:cNvPr>
          <p:cNvCxnSpPr>
            <a:cxnSpLocks/>
          </p:cNvCxnSpPr>
          <p:nvPr/>
        </p:nvCxnSpPr>
        <p:spPr>
          <a:xfrm>
            <a:off x="6513549" y="4972527"/>
            <a:ext cx="1187620" cy="634966"/>
          </a:xfrm>
          <a:prstGeom prst="bentConnector3">
            <a:avLst>
              <a:gd name="adj1" fmla="val 123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3D4303B5-1BCA-E74E-B2C9-7A63CE3FF0BB}"/>
              </a:ext>
            </a:extLst>
          </p:cNvPr>
          <p:cNvGrpSpPr/>
          <p:nvPr/>
        </p:nvGrpSpPr>
        <p:grpSpPr>
          <a:xfrm>
            <a:off x="3761593" y="3403682"/>
            <a:ext cx="4739934" cy="1430086"/>
            <a:chOff x="3761593" y="3403682"/>
            <a:chExt cx="4739934" cy="143008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606A6DFC-40C5-B1F2-0279-75DF982C34D8}"/>
                </a:ext>
              </a:extLst>
            </p:cNvPr>
            <p:cNvSpPr/>
            <p:nvPr/>
          </p:nvSpPr>
          <p:spPr>
            <a:xfrm>
              <a:off x="3778090" y="3429006"/>
              <a:ext cx="4723437" cy="1404762"/>
            </a:xfrm>
            <a:prstGeom prst="roundRect">
              <a:avLst/>
            </a:prstGeom>
            <a:noFill/>
            <a:ln w="38100">
              <a:solidFill>
                <a:srgbClr val="0078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venir Next LT Pro" panose="020B0504020202020204" pitchFamily="34" charset="0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490CE203-5C62-B9A1-281A-BA9E5C91FC32}"/>
                </a:ext>
              </a:extLst>
            </p:cNvPr>
            <p:cNvSpPr txBox="1"/>
            <p:nvPr/>
          </p:nvSpPr>
          <p:spPr>
            <a:xfrm>
              <a:off x="3995262" y="3799231"/>
              <a:ext cx="4289032" cy="998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Indicateur de charge pondérée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Pondération par temps de traitement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Agrégation par portefeuille</a:t>
              </a:r>
            </a:p>
          </p:txBody>
        </p:sp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B66E2DCB-3AFE-E2E0-9161-7534E3D31A52}"/>
                </a:ext>
              </a:extLst>
            </p:cNvPr>
            <p:cNvSpPr/>
            <p:nvPr/>
          </p:nvSpPr>
          <p:spPr>
            <a:xfrm>
              <a:off x="3761593" y="3403682"/>
              <a:ext cx="1908241" cy="385389"/>
            </a:xfrm>
            <a:prstGeom prst="roundRect">
              <a:avLst/>
            </a:prstGeom>
            <a:solidFill>
              <a:srgbClr val="8F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rgbClr val="0056AC"/>
                  </a:solidFill>
                  <a:latin typeface="Aptos Black" panose="020B0004020202020204" pitchFamily="34" charset="0"/>
                </a:rPr>
                <a:t>Solution</a:t>
              </a:r>
              <a:endParaRPr lang="fr-FR" sz="2400" dirty="0">
                <a:solidFill>
                  <a:srgbClr val="0056AC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FA2D269E-F91D-E0A2-A8D7-8B1213556B70}"/>
              </a:ext>
            </a:extLst>
          </p:cNvPr>
          <p:cNvGrpSpPr/>
          <p:nvPr/>
        </p:nvGrpSpPr>
        <p:grpSpPr>
          <a:xfrm>
            <a:off x="7751240" y="4965797"/>
            <a:ext cx="3062025" cy="1134424"/>
            <a:chOff x="7751240" y="4965797"/>
            <a:chExt cx="3062025" cy="1134424"/>
          </a:xfrm>
        </p:grpSpPr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9CDD18A9-F04B-EC44-1654-BB25A704A4AE}"/>
                </a:ext>
              </a:extLst>
            </p:cNvPr>
            <p:cNvSpPr/>
            <p:nvPr/>
          </p:nvSpPr>
          <p:spPr>
            <a:xfrm>
              <a:off x="7776935" y="4991566"/>
              <a:ext cx="3036330" cy="1108655"/>
            </a:xfrm>
            <a:prstGeom prst="roundRect">
              <a:avLst/>
            </a:prstGeom>
            <a:noFill/>
            <a:ln w="38100">
              <a:solidFill>
                <a:srgbClr val="0078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venir Next LT Pro" panose="020B0504020202020204" pitchFamily="34" charset="0"/>
              </a:endParaRP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CDC4E7C8-8C1A-D28A-9972-3698322E59A2}"/>
                </a:ext>
              </a:extLst>
            </p:cNvPr>
            <p:cNvSpPr txBox="1"/>
            <p:nvPr/>
          </p:nvSpPr>
          <p:spPr>
            <a:xfrm>
              <a:off x="7987114" y="5382571"/>
              <a:ext cx="2713898" cy="668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Répartition optimisée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Pilotage objectivé</a:t>
              </a:r>
            </a:p>
          </p:txBody>
        </p:sp>
        <p:sp>
          <p:nvSpPr>
            <p:cNvPr id="94" name="Rectangle : coins arrondis 93">
              <a:extLst>
                <a:ext uri="{FF2B5EF4-FFF2-40B4-BE49-F238E27FC236}">
                  <a16:creationId xmlns:a16="http://schemas.microsoft.com/office/drawing/2014/main" id="{8D19F469-7924-58E2-577C-506EFCECAC31}"/>
                </a:ext>
              </a:extLst>
            </p:cNvPr>
            <p:cNvSpPr/>
            <p:nvPr/>
          </p:nvSpPr>
          <p:spPr>
            <a:xfrm>
              <a:off x="7751240" y="4965797"/>
              <a:ext cx="1846809" cy="371164"/>
            </a:xfrm>
            <a:prstGeom prst="roundRect">
              <a:avLst/>
            </a:prstGeom>
            <a:solidFill>
              <a:srgbClr val="8F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rgbClr val="0056AC"/>
                  </a:solidFill>
                  <a:latin typeface="Aptos Black" panose="020B0004020202020204" pitchFamily="34" charset="0"/>
                </a:rPr>
                <a:t>Impact</a:t>
              </a:r>
              <a:endParaRPr lang="fr-FR" sz="2400" dirty="0">
                <a:solidFill>
                  <a:srgbClr val="0056AC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2A953E48-7C3A-9DF1-4AA1-BA5D56489370}"/>
              </a:ext>
            </a:extLst>
          </p:cNvPr>
          <p:cNvGrpSpPr/>
          <p:nvPr/>
        </p:nvGrpSpPr>
        <p:grpSpPr>
          <a:xfrm>
            <a:off x="537260" y="1845585"/>
            <a:ext cx="5487613" cy="1429309"/>
            <a:chOff x="537260" y="1845585"/>
            <a:chExt cx="5487613" cy="1429309"/>
          </a:xfrm>
        </p:grpSpPr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B496396F-5300-3BCB-971B-D8CD95FB6D9C}"/>
                </a:ext>
              </a:extLst>
            </p:cNvPr>
            <p:cNvSpPr/>
            <p:nvPr/>
          </p:nvSpPr>
          <p:spPr>
            <a:xfrm>
              <a:off x="558685" y="1874450"/>
              <a:ext cx="5466188" cy="1400444"/>
            </a:xfrm>
            <a:prstGeom prst="roundRect">
              <a:avLst/>
            </a:prstGeom>
            <a:noFill/>
            <a:ln w="38100">
              <a:solidFill>
                <a:srgbClr val="0078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venir Next LT Pro" panose="020B0504020202020204" pitchFamily="34" charset="0"/>
              </a:endParaRP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7D918A2E-5A58-5BF4-8E74-86F0B87FB02D}"/>
                </a:ext>
              </a:extLst>
            </p:cNvPr>
            <p:cNvSpPr txBox="1"/>
            <p:nvPr/>
          </p:nvSpPr>
          <p:spPr>
            <a:xfrm>
              <a:off x="775857" y="2264995"/>
              <a:ext cx="5167736" cy="998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TER-AURA – DDL CITI / KRONO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Unité : agent + événements RH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fr-FR" sz="1600" dirty="0"/>
                <a:t>RGPD : finalité / minimisation / anonymisation </a:t>
              </a:r>
            </a:p>
          </p:txBody>
        </p:sp>
        <p:sp>
          <p:nvSpPr>
            <p:cNvPr id="95" name="Rectangle : coins arrondis 94">
              <a:extLst>
                <a:ext uri="{FF2B5EF4-FFF2-40B4-BE49-F238E27FC236}">
                  <a16:creationId xmlns:a16="http://schemas.microsoft.com/office/drawing/2014/main" id="{2C6A1919-01A9-923F-AD2B-189D2BDD344F}"/>
                </a:ext>
              </a:extLst>
            </p:cNvPr>
            <p:cNvSpPr/>
            <p:nvPr/>
          </p:nvSpPr>
          <p:spPr>
            <a:xfrm>
              <a:off x="537260" y="1845585"/>
              <a:ext cx="1995560" cy="400110"/>
            </a:xfrm>
            <a:prstGeom prst="roundRect">
              <a:avLst/>
            </a:prstGeom>
            <a:solidFill>
              <a:srgbClr val="8F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rgbClr val="0056AC"/>
                  </a:solidFill>
                  <a:latin typeface="Aptos Black" panose="020B0004020202020204" pitchFamily="34" charset="0"/>
                </a:rPr>
                <a:t>Cadre</a:t>
              </a:r>
            </a:p>
          </p:txBody>
        </p:sp>
      </p:grpSp>
      <p:sp>
        <p:nvSpPr>
          <p:cNvPr id="99" name="Titre 1">
            <a:extLst>
              <a:ext uri="{FF2B5EF4-FFF2-40B4-BE49-F238E27FC236}">
                <a16:creationId xmlns:a16="http://schemas.microsoft.com/office/drawing/2014/main" id="{BE038C00-A9FA-9ED2-C467-73CA3DDA5633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Logique de déploiement</a:t>
            </a:r>
          </a:p>
        </p:txBody>
      </p:sp>
    </p:spTree>
    <p:extLst>
      <p:ext uri="{BB962C8B-B14F-4D97-AF65-F5344CB8AC3E}">
        <p14:creationId xmlns:p14="http://schemas.microsoft.com/office/powerpoint/2010/main" val="156823825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312F96-6D40-D23E-8789-5FDD372214C1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B3F3073-7D55-2C70-0BD0-99C12350C2DF}"/>
              </a:ext>
            </a:extLst>
          </p:cNvPr>
          <p:cNvGrpSpPr/>
          <p:nvPr/>
        </p:nvGrpSpPr>
        <p:grpSpPr>
          <a:xfrm>
            <a:off x="292590" y="1638833"/>
            <a:ext cx="11239846" cy="4617592"/>
            <a:chOff x="297087" y="1638999"/>
            <a:chExt cx="11239846" cy="4390761"/>
          </a:xfrm>
        </p:grpSpPr>
        <p:sp>
          <p:nvSpPr>
            <p:cNvPr id="8" name="Espace réservé du texte 4">
              <a:extLst>
                <a:ext uri="{FF2B5EF4-FFF2-40B4-BE49-F238E27FC236}">
                  <a16:creationId xmlns:a16="http://schemas.microsoft.com/office/drawing/2014/main" id="{8C74BF8C-2DCD-7E0E-0AA6-A2590ED7CC4F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297087" y="1642210"/>
              <a:ext cx="3932693" cy="4387550"/>
            </a:xfrm>
            <a:custGeom>
              <a:avLst/>
              <a:gdLst>
                <a:gd name="connsiteX0" fmla="*/ 379869 w 7883466"/>
                <a:gd name="connsiteY0" fmla="*/ 0 h 5698172"/>
                <a:gd name="connsiteX1" fmla="*/ 7883466 w 7883466"/>
                <a:gd name="connsiteY1" fmla="*/ 0 h 5698172"/>
                <a:gd name="connsiteX2" fmla="*/ 7883466 w 7883466"/>
                <a:gd name="connsiteY2" fmla="*/ 5698172 h 5698172"/>
                <a:gd name="connsiteX3" fmla="*/ 379869 w 7883466"/>
                <a:gd name="connsiteY3" fmla="*/ 5698172 h 5698172"/>
                <a:gd name="connsiteX4" fmla="*/ 0 w 7883466"/>
                <a:gd name="connsiteY4" fmla="*/ 5318291 h 5698172"/>
                <a:gd name="connsiteX5" fmla="*/ 0 w 7883466"/>
                <a:gd name="connsiteY5" fmla="*/ 379882 h 5698172"/>
                <a:gd name="connsiteX6" fmla="*/ 379869 w 7883466"/>
                <a:gd name="connsiteY6" fmla="*/ 0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3466" h="5698172">
                  <a:moveTo>
                    <a:pt x="379869" y="0"/>
                  </a:moveTo>
                  <a:lnTo>
                    <a:pt x="7883466" y="0"/>
                  </a:lnTo>
                  <a:lnTo>
                    <a:pt x="7883466" y="5698172"/>
                  </a:lnTo>
                  <a:lnTo>
                    <a:pt x="379869" y="5698172"/>
                  </a:lnTo>
                  <a:cubicBezTo>
                    <a:pt x="170073" y="5698172"/>
                    <a:pt x="0" y="5528098"/>
                    <a:pt x="0" y="5318291"/>
                  </a:cubicBezTo>
                  <a:lnTo>
                    <a:pt x="0" y="379882"/>
                  </a:lnTo>
                  <a:cubicBezTo>
                    <a:pt x="0" y="170074"/>
                    <a:pt x="170073" y="0"/>
                    <a:pt x="379869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9B0C0570-DD42-3DF0-D4DF-C2C22744B746}"/>
                </a:ext>
              </a:extLst>
            </p:cNvPr>
            <p:cNvGrpSpPr/>
            <p:nvPr/>
          </p:nvGrpSpPr>
          <p:grpSpPr>
            <a:xfrm>
              <a:off x="4221731" y="1638999"/>
              <a:ext cx="7315202" cy="4390761"/>
              <a:chOff x="-2" y="1642707"/>
              <a:chExt cx="7315202" cy="4390761"/>
            </a:xfrm>
          </p:grpSpPr>
          <p:sp>
            <p:nvSpPr>
              <p:cNvPr id="12" name="Espace réservé du texte 4">
                <a:extLst>
                  <a:ext uri="{FF2B5EF4-FFF2-40B4-BE49-F238E27FC236}">
                    <a16:creationId xmlns:a16="http://schemas.microsoft.com/office/drawing/2014/main" id="{C136522E-347C-408B-A2D6-6AF00FDDB221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-2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  <p:sp>
            <p:nvSpPr>
              <p:cNvPr id="25" name="Espace réservé du texte 4">
                <a:extLst>
                  <a:ext uri="{FF2B5EF4-FFF2-40B4-BE49-F238E27FC236}">
                    <a16:creationId xmlns:a16="http://schemas.microsoft.com/office/drawing/2014/main" id="{0239B644-E26A-C3E6-A1B5-5A621C45A226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3129279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</p:grpSp>
      </p:grp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7633B484-7072-B417-D710-7427E7878E8A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9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6AFB8097-BDD5-00D1-A682-C48679F44958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Méthodologie du projet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3683581-1D9D-D9D4-935E-5C7C1CCF720E}"/>
              </a:ext>
            </a:extLst>
          </p:cNvPr>
          <p:cNvSpPr/>
          <p:nvPr/>
        </p:nvSpPr>
        <p:spPr>
          <a:xfrm>
            <a:off x="1873413" y="5854720"/>
            <a:ext cx="7872174" cy="292463"/>
          </a:xfrm>
          <a:prstGeom prst="roundRect">
            <a:avLst/>
          </a:prstGeom>
          <a:solidFill>
            <a:srgbClr val="3390FF">
              <a:alpha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r>
              <a:rPr lang="fr-FR" sz="1600" dirty="0">
                <a:solidFill>
                  <a:srgbClr val="FFFFFF"/>
                </a:solidFill>
              </a:rPr>
              <a:t>Approche séquentielle en </a:t>
            </a:r>
            <a:r>
              <a:rPr lang="fr-FR" b="1" dirty="0">
                <a:solidFill>
                  <a:srgbClr val="FFFFFF"/>
                </a:solidFill>
              </a:rPr>
              <a:t>cascade</a:t>
            </a:r>
            <a:r>
              <a:rPr lang="fr-FR" sz="1600" dirty="0">
                <a:solidFill>
                  <a:srgbClr val="FFFFFF"/>
                </a:solidFill>
              </a:rPr>
              <a:t> </a:t>
            </a:r>
            <a:r>
              <a:rPr lang="fr-FR" sz="16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fr-FR" sz="1600" dirty="0">
                <a:solidFill>
                  <a:srgbClr val="FFFFFF"/>
                </a:solidFill>
              </a:rPr>
              <a:t> structurée par incréments analytiques</a:t>
            </a: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41645A7F-9BB2-483C-72FC-72800D2DA514}"/>
              </a:ext>
            </a:extLst>
          </p:cNvPr>
          <p:cNvGrpSpPr/>
          <p:nvPr/>
        </p:nvGrpSpPr>
        <p:grpSpPr>
          <a:xfrm>
            <a:off x="764407" y="1883511"/>
            <a:ext cx="9997574" cy="3648257"/>
            <a:chOff x="764407" y="1883511"/>
            <a:chExt cx="9997574" cy="3648257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5214C82F-5AA1-B8BD-032E-CE260DE768F7}"/>
                </a:ext>
              </a:extLst>
            </p:cNvPr>
            <p:cNvSpPr/>
            <p:nvPr/>
          </p:nvSpPr>
          <p:spPr>
            <a:xfrm>
              <a:off x="764407" y="3136537"/>
              <a:ext cx="1299913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Extraction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1C8E630B-BA19-41F1-4F6B-7EA066946A2C}"/>
                </a:ext>
              </a:extLst>
            </p:cNvPr>
            <p:cNvSpPr/>
            <p:nvPr/>
          </p:nvSpPr>
          <p:spPr>
            <a:xfrm>
              <a:off x="2185259" y="3550319"/>
              <a:ext cx="1299913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Entretien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249FA97-72A2-EC2B-BE85-FD827A2F5240}"/>
                </a:ext>
              </a:extLst>
            </p:cNvPr>
            <p:cNvSpPr/>
            <p:nvPr/>
          </p:nvSpPr>
          <p:spPr>
            <a:xfrm>
              <a:off x="3625703" y="3972387"/>
              <a:ext cx="1299913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Intégration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50A29781-A34A-F723-57C2-92B100CD1D7F}"/>
                </a:ext>
              </a:extLst>
            </p:cNvPr>
            <p:cNvSpPr/>
            <p:nvPr/>
          </p:nvSpPr>
          <p:spPr>
            <a:xfrm>
              <a:off x="7784135" y="4779202"/>
              <a:ext cx="1299913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Traitement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06C800E2-3D6E-CF49-8DA0-2247043093A7}"/>
                </a:ext>
              </a:extLst>
            </p:cNvPr>
            <p:cNvSpPr/>
            <p:nvPr/>
          </p:nvSpPr>
          <p:spPr>
            <a:xfrm>
              <a:off x="9256279" y="5155485"/>
              <a:ext cx="1505702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Visualisation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465ABFFE-4D06-6FB6-F769-CE1509E0B3CB}"/>
                </a:ext>
              </a:extLst>
            </p:cNvPr>
            <p:cNvSpPr/>
            <p:nvPr/>
          </p:nvSpPr>
          <p:spPr>
            <a:xfrm>
              <a:off x="5062981" y="4402919"/>
              <a:ext cx="2559313" cy="376283"/>
            </a:xfrm>
            <a:prstGeom prst="roundRect">
              <a:avLst/>
            </a:prstGeom>
            <a:solidFill>
              <a:srgbClr val="00468C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Staging</a:t>
              </a: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  <a:sym typeface="Wingdings" panose="05000000000000000000" pitchFamily="2" charset="2"/>
                </a:rPr>
                <a:t> ODS  DWH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DD51BAFB-1C5D-B95F-9981-DB8B532D3E42}"/>
                </a:ext>
              </a:extLst>
            </p:cNvPr>
            <p:cNvCxnSpPr>
              <a:cxnSpLocks/>
            </p:cNvCxnSpPr>
            <p:nvPr/>
          </p:nvCxnSpPr>
          <p:spPr>
            <a:xfrm>
              <a:off x="2125199" y="1895754"/>
              <a:ext cx="0" cy="162986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C73539C6-BAC3-A8C7-F10A-ED82F78404B3}"/>
                </a:ext>
              </a:extLst>
            </p:cNvPr>
            <p:cNvCxnSpPr>
              <a:cxnSpLocks/>
            </p:cNvCxnSpPr>
            <p:nvPr/>
          </p:nvCxnSpPr>
          <p:spPr>
            <a:xfrm>
              <a:off x="3549572" y="1895754"/>
              <a:ext cx="0" cy="20308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DF1D1DCB-ED03-A31E-2858-B403935438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7948" y="1895754"/>
              <a:ext cx="0" cy="245291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72DB357A-51F1-0BB7-9F44-CC561ABD67BD}"/>
                </a:ext>
              </a:extLst>
            </p:cNvPr>
            <p:cNvCxnSpPr>
              <a:cxnSpLocks/>
            </p:cNvCxnSpPr>
            <p:nvPr/>
          </p:nvCxnSpPr>
          <p:spPr>
            <a:xfrm>
              <a:off x="7697326" y="1895754"/>
              <a:ext cx="0" cy="28834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3591B3B-A39E-51C4-641E-4D6FA69A1859}"/>
                </a:ext>
              </a:extLst>
            </p:cNvPr>
            <p:cNvCxnSpPr>
              <a:cxnSpLocks/>
            </p:cNvCxnSpPr>
            <p:nvPr/>
          </p:nvCxnSpPr>
          <p:spPr>
            <a:xfrm>
              <a:off x="9165165" y="1895754"/>
              <a:ext cx="0" cy="325973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 44" descr="Une image contenant Graphique, Police, clipart, texte&#10;&#10;Le contenu généré par l’IA peut être incorrect.">
              <a:extLst>
                <a:ext uri="{FF2B5EF4-FFF2-40B4-BE49-F238E27FC236}">
                  <a16:creationId xmlns:a16="http://schemas.microsoft.com/office/drawing/2014/main" id="{348906F1-8FB2-2613-AAD2-92FED660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2683" y="1895755"/>
              <a:ext cx="634538" cy="634538"/>
            </a:xfrm>
            <a:prstGeom prst="rect">
              <a:avLst/>
            </a:prstGeom>
          </p:spPr>
        </p:pic>
        <p:pic>
          <p:nvPicPr>
            <p:cNvPr id="46" name="Image 45" descr="Une image contenant clipart, symbole, Graphique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CDBD5AD3-7C5A-96BC-1CCA-D603E8FFA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3119" y="1951388"/>
              <a:ext cx="559620" cy="559620"/>
            </a:xfrm>
            <a:prstGeom prst="rect">
              <a:avLst/>
            </a:prstGeom>
          </p:spPr>
        </p:pic>
        <p:pic>
          <p:nvPicPr>
            <p:cNvPr id="47" name="Image 46" descr="Une image contenant Graphique, Police, logo, symbole&#10;&#10;Le contenu généré par l’IA peut être incorrect.">
              <a:extLst>
                <a:ext uri="{FF2B5EF4-FFF2-40B4-BE49-F238E27FC236}">
                  <a16:creationId xmlns:a16="http://schemas.microsoft.com/office/drawing/2014/main" id="{00A8D8C2-BC93-18C1-4399-73AAC93A5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5557" y="1883511"/>
              <a:ext cx="506118" cy="582826"/>
            </a:xfrm>
            <a:prstGeom prst="rect">
              <a:avLst/>
            </a:prstGeom>
          </p:spPr>
        </p:pic>
        <p:pic>
          <p:nvPicPr>
            <p:cNvPr id="51" name="Image 50" descr="Une image contenant Police, Graphique, logo, graphisme&#10;&#10;Le contenu généré par l’IA peut être incorrect.">
              <a:extLst>
                <a:ext uri="{FF2B5EF4-FFF2-40B4-BE49-F238E27FC236}">
                  <a16:creationId xmlns:a16="http://schemas.microsoft.com/office/drawing/2014/main" id="{97D14E0D-6BBA-39D8-22EF-4F6FC7A4F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906" y="1933404"/>
              <a:ext cx="1064791" cy="336564"/>
            </a:xfrm>
            <a:prstGeom prst="rect">
              <a:avLst/>
            </a:prstGeom>
          </p:spPr>
        </p:pic>
        <p:pic>
          <p:nvPicPr>
            <p:cNvPr id="54" name="Image 53" descr="Une image contenant jaune, capture d’écran, conception&#10;&#10;Le contenu généré par l’IA peut être incorrect.">
              <a:extLst>
                <a:ext uri="{FF2B5EF4-FFF2-40B4-BE49-F238E27FC236}">
                  <a16:creationId xmlns:a16="http://schemas.microsoft.com/office/drawing/2014/main" id="{E36882AC-210C-6D31-BB68-C4DFB919A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4028" y="1942583"/>
              <a:ext cx="589226" cy="589226"/>
            </a:xfrm>
            <a:prstGeom prst="rect">
              <a:avLst/>
            </a:prstGeom>
          </p:spPr>
        </p:pic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C9E9A123-5418-870F-80A8-3AC865663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46130" y="1936628"/>
              <a:ext cx="589226" cy="578619"/>
            </a:xfrm>
            <a:prstGeom prst="rect">
              <a:avLst/>
            </a:prstGeom>
          </p:spPr>
        </p:pic>
        <p:pic>
          <p:nvPicPr>
            <p:cNvPr id="69" name="Image 68">
              <a:extLst>
                <a:ext uri="{FF2B5EF4-FFF2-40B4-BE49-F238E27FC236}">
                  <a16:creationId xmlns:a16="http://schemas.microsoft.com/office/drawing/2014/main" id="{C0A1A934-02C9-4E74-BB6B-98C37A4B3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55841" y="1896208"/>
              <a:ext cx="634538" cy="634538"/>
            </a:xfrm>
            <a:prstGeom prst="rect">
              <a:avLst/>
            </a:prstGeom>
          </p:spPr>
        </p:pic>
        <p:sp>
          <p:nvSpPr>
            <p:cNvPr id="71" name="Flèche : angle droit 70">
              <a:extLst>
                <a:ext uri="{FF2B5EF4-FFF2-40B4-BE49-F238E27FC236}">
                  <a16:creationId xmlns:a16="http://schemas.microsoft.com/office/drawing/2014/main" id="{BCF3BFFC-33AF-CC6F-4596-67319ECDF321}"/>
                </a:ext>
              </a:extLst>
            </p:cNvPr>
            <p:cNvSpPr/>
            <p:nvPr/>
          </p:nvSpPr>
          <p:spPr>
            <a:xfrm rot="5400000">
              <a:off x="3197026" y="3889936"/>
              <a:ext cx="190608" cy="376284"/>
            </a:xfrm>
            <a:prstGeom prst="bentUpArrow">
              <a:avLst>
                <a:gd name="adj1" fmla="val 4243"/>
                <a:gd name="adj2" fmla="val 13784"/>
                <a:gd name="adj3" fmla="val 50000"/>
              </a:avLst>
            </a:prstGeom>
            <a:solidFill>
              <a:srgbClr val="00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2" name="Flèche : angle droit 71">
              <a:extLst>
                <a:ext uri="{FF2B5EF4-FFF2-40B4-BE49-F238E27FC236}">
                  <a16:creationId xmlns:a16="http://schemas.microsoft.com/office/drawing/2014/main" id="{F83490BE-0707-CDFB-1D3D-4F9C7427148D}"/>
                </a:ext>
              </a:extLst>
            </p:cNvPr>
            <p:cNvSpPr/>
            <p:nvPr/>
          </p:nvSpPr>
          <p:spPr>
            <a:xfrm rot="5400000">
              <a:off x="4628990" y="4336872"/>
              <a:ext cx="190608" cy="376284"/>
            </a:xfrm>
            <a:prstGeom prst="bentUpArrow">
              <a:avLst>
                <a:gd name="adj1" fmla="val 4243"/>
                <a:gd name="adj2" fmla="val 13784"/>
                <a:gd name="adj3" fmla="val 50000"/>
              </a:avLst>
            </a:prstGeom>
            <a:solidFill>
              <a:srgbClr val="00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Flèche : angle droit 72">
              <a:extLst>
                <a:ext uri="{FF2B5EF4-FFF2-40B4-BE49-F238E27FC236}">
                  <a16:creationId xmlns:a16="http://schemas.microsoft.com/office/drawing/2014/main" id="{D8F45859-FBAF-76DC-8AF8-E5D820EF22EC}"/>
                </a:ext>
              </a:extLst>
            </p:cNvPr>
            <p:cNvSpPr/>
            <p:nvPr/>
          </p:nvSpPr>
          <p:spPr>
            <a:xfrm rot="5400000">
              <a:off x="7347517" y="4773105"/>
              <a:ext cx="190608" cy="376284"/>
            </a:xfrm>
            <a:prstGeom prst="bentUpArrow">
              <a:avLst>
                <a:gd name="adj1" fmla="val 4243"/>
                <a:gd name="adj2" fmla="val 13784"/>
                <a:gd name="adj3" fmla="val 50000"/>
              </a:avLst>
            </a:prstGeom>
            <a:solidFill>
              <a:srgbClr val="00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Flèche : angle droit 73">
              <a:extLst>
                <a:ext uri="{FF2B5EF4-FFF2-40B4-BE49-F238E27FC236}">
                  <a16:creationId xmlns:a16="http://schemas.microsoft.com/office/drawing/2014/main" id="{CEB15DD8-AFAC-2828-C4A0-9B85C9A8EAF5}"/>
                </a:ext>
              </a:extLst>
            </p:cNvPr>
            <p:cNvSpPr/>
            <p:nvPr/>
          </p:nvSpPr>
          <p:spPr>
            <a:xfrm rot="5400000">
              <a:off x="8834353" y="5131100"/>
              <a:ext cx="190608" cy="376284"/>
            </a:xfrm>
            <a:prstGeom prst="bentUpArrow">
              <a:avLst>
                <a:gd name="adj1" fmla="val 4243"/>
                <a:gd name="adj2" fmla="val 13784"/>
                <a:gd name="adj3" fmla="val 50000"/>
              </a:avLst>
            </a:prstGeom>
            <a:solidFill>
              <a:srgbClr val="00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Flèche : angle droit à deux pointes 84">
              <a:extLst>
                <a:ext uri="{FF2B5EF4-FFF2-40B4-BE49-F238E27FC236}">
                  <a16:creationId xmlns:a16="http://schemas.microsoft.com/office/drawing/2014/main" id="{F586BB6C-4BC8-5FE8-AAC9-33AD05961AE2}"/>
                </a:ext>
              </a:extLst>
            </p:cNvPr>
            <p:cNvSpPr/>
            <p:nvPr/>
          </p:nvSpPr>
          <p:spPr>
            <a:xfrm rot="10800000" flipV="1">
              <a:off x="1735384" y="3577590"/>
              <a:ext cx="359416" cy="204838"/>
            </a:xfrm>
            <a:prstGeom prst="leftUpArrow">
              <a:avLst>
                <a:gd name="adj1" fmla="val 4623"/>
                <a:gd name="adj2" fmla="val 12033"/>
                <a:gd name="adj3" fmla="val 44450"/>
              </a:avLst>
            </a:prstGeom>
            <a:solidFill>
              <a:srgbClr val="00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8" name="ZoneTexte 87">
            <a:extLst>
              <a:ext uri="{FF2B5EF4-FFF2-40B4-BE49-F238E27FC236}">
                <a16:creationId xmlns:a16="http://schemas.microsoft.com/office/drawing/2014/main" id="{AD4C230B-2FB4-4F67-A2F4-F6AC2246F252}"/>
              </a:ext>
            </a:extLst>
          </p:cNvPr>
          <p:cNvSpPr txBox="1"/>
          <p:nvPr/>
        </p:nvSpPr>
        <p:spPr>
          <a:xfrm>
            <a:off x="749595" y="2875991"/>
            <a:ext cx="10647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000" dirty="0">
                <a:latin typeface="Aptos" panose="020B0004020202020204" pitchFamily="34" charset="0"/>
              </a:rPr>
              <a:t>84 fichiers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5615787E-7308-E661-1D6C-1A1B96C843AA}"/>
              </a:ext>
            </a:extLst>
          </p:cNvPr>
          <p:cNvSpPr txBox="1"/>
          <p:nvPr/>
        </p:nvSpPr>
        <p:spPr>
          <a:xfrm>
            <a:off x="5060795" y="4143460"/>
            <a:ext cx="2497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000" dirty="0">
                <a:latin typeface="Aptos" panose="020B0004020202020204" pitchFamily="34" charset="0"/>
              </a:rPr>
              <a:t> 6500 agents + 16 550 événements RH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11B35E79-BE2E-FE9E-7A98-79AA84622473}"/>
              </a:ext>
            </a:extLst>
          </p:cNvPr>
          <p:cNvSpPr txBox="1"/>
          <p:nvPr/>
        </p:nvSpPr>
        <p:spPr>
          <a:xfrm>
            <a:off x="2182891" y="3286804"/>
            <a:ext cx="10124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000" dirty="0">
                <a:latin typeface="Aptos" panose="020B0004020202020204" pitchFamily="34" charset="0"/>
              </a:rPr>
              <a:t>3 entretiens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DB4528BB-4043-CDED-3F79-E741B62E9941}"/>
              </a:ext>
            </a:extLst>
          </p:cNvPr>
          <p:cNvSpPr txBox="1"/>
          <p:nvPr/>
        </p:nvSpPr>
        <p:spPr>
          <a:xfrm>
            <a:off x="3618303" y="3731472"/>
            <a:ext cx="10124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000" dirty="0">
                <a:latin typeface="Aptos" panose="020B0004020202020204" pitchFamily="34" charset="0"/>
              </a:rPr>
              <a:t>2023-2025</a:t>
            </a:r>
          </a:p>
        </p:txBody>
      </p:sp>
    </p:spTree>
    <p:extLst>
      <p:ext uri="{BB962C8B-B14F-4D97-AF65-F5344CB8AC3E}">
        <p14:creationId xmlns:p14="http://schemas.microsoft.com/office/powerpoint/2010/main" val="296628353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6864-F7C9-DCFF-D8F1-5D6AD3DE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4726F52D-3EB8-1FF4-6738-9F71211AD4DD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10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F7CAB6BB-6E17-259E-EAE0-81281FFA7777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Déroulement du projet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84A41C4-C513-BCE0-7B5C-C11DDB0A6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194560"/>
            <a:ext cx="11993880" cy="3413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0F0F9A-CB82-738E-747F-88E5FE95ED58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95757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7633B484-7072-B417-D710-7427E7878E8A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11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0BF1A-A0A6-F4B9-95B4-EDB29A4EA1F1}"/>
              </a:ext>
            </a:extLst>
          </p:cNvPr>
          <p:cNvSpPr/>
          <p:nvPr/>
        </p:nvSpPr>
        <p:spPr>
          <a:xfrm>
            <a:off x="3089709" y="3429000"/>
            <a:ext cx="1337911" cy="1044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Espace réservé du contenu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A908A864-B1A0-8E6C-AEE0-8DE8E35FBE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45" y="2032961"/>
            <a:ext cx="10325995" cy="3871295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B511762-0D53-17DD-EF7D-74CE230282F6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Intégration de la donnée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15D59-2B48-77F4-6A59-FE4747E1DCF0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52422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C53BE5-98A9-7F6F-C4E8-9B9A84B50FAF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C55A167-7133-247D-46C3-4355245D5E1D}"/>
              </a:ext>
            </a:extLst>
          </p:cNvPr>
          <p:cNvGrpSpPr/>
          <p:nvPr/>
        </p:nvGrpSpPr>
        <p:grpSpPr>
          <a:xfrm>
            <a:off x="276715" y="1606716"/>
            <a:ext cx="11239846" cy="4620969"/>
            <a:chOff x="297087" y="1638999"/>
            <a:chExt cx="11239846" cy="4393972"/>
          </a:xfrm>
        </p:grpSpPr>
        <p:sp>
          <p:nvSpPr>
            <p:cNvPr id="4" name="Espace réservé du texte 4">
              <a:extLst>
                <a:ext uri="{FF2B5EF4-FFF2-40B4-BE49-F238E27FC236}">
                  <a16:creationId xmlns:a16="http://schemas.microsoft.com/office/drawing/2014/main" id="{5AC4BEB1-686C-8041-2B87-4AFB02155C4E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297087" y="1642210"/>
              <a:ext cx="3932693" cy="4390761"/>
            </a:xfrm>
            <a:custGeom>
              <a:avLst/>
              <a:gdLst>
                <a:gd name="connsiteX0" fmla="*/ 379869 w 7883466"/>
                <a:gd name="connsiteY0" fmla="*/ 0 h 5698172"/>
                <a:gd name="connsiteX1" fmla="*/ 7883466 w 7883466"/>
                <a:gd name="connsiteY1" fmla="*/ 0 h 5698172"/>
                <a:gd name="connsiteX2" fmla="*/ 7883466 w 7883466"/>
                <a:gd name="connsiteY2" fmla="*/ 5698172 h 5698172"/>
                <a:gd name="connsiteX3" fmla="*/ 379869 w 7883466"/>
                <a:gd name="connsiteY3" fmla="*/ 5698172 h 5698172"/>
                <a:gd name="connsiteX4" fmla="*/ 0 w 7883466"/>
                <a:gd name="connsiteY4" fmla="*/ 5318291 h 5698172"/>
                <a:gd name="connsiteX5" fmla="*/ 0 w 7883466"/>
                <a:gd name="connsiteY5" fmla="*/ 379882 h 5698172"/>
                <a:gd name="connsiteX6" fmla="*/ 379869 w 7883466"/>
                <a:gd name="connsiteY6" fmla="*/ 0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3466" h="5698172">
                  <a:moveTo>
                    <a:pt x="379869" y="0"/>
                  </a:moveTo>
                  <a:lnTo>
                    <a:pt x="7883466" y="0"/>
                  </a:lnTo>
                  <a:lnTo>
                    <a:pt x="7883466" y="5698172"/>
                  </a:lnTo>
                  <a:lnTo>
                    <a:pt x="379869" y="5698172"/>
                  </a:lnTo>
                  <a:cubicBezTo>
                    <a:pt x="170073" y="5698172"/>
                    <a:pt x="0" y="5528098"/>
                    <a:pt x="0" y="5318291"/>
                  </a:cubicBezTo>
                  <a:lnTo>
                    <a:pt x="0" y="379882"/>
                  </a:lnTo>
                  <a:cubicBezTo>
                    <a:pt x="0" y="170074"/>
                    <a:pt x="170073" y="0"/>
                    <a:pt x="379869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4F8CBAD0-1B3B-EE74-6534-3CF1094D0943}"/>
                </a:ext>
              </a:extLst>
            </p:cNvPr>
            <p:cNvGrpSpPr/>
            <p:nvPr/>
          </p:nvGrpSpPr>
          <p:grpSpPr>
            <a:xfrm>
              <a:off x="4221731" y="1638999"/>
              <a:ext cx="7315202" cy="4390761"/>
              <a:chOff x="-2" y="1642707"/>
              <a:chExt cx="7315202" cy="4390761"/>
            </a:xfrm>
          </p:grpSpPr>
          <p:sp>
            <p:nvSpPr>
              <p:cNvPr id="10" name="Espace réservé du texte 4">
                <a:extLst>
                  <a:ext uri="{FF2B5EF4-FFF2-40B4-BE49-F238E27FC236}">
                    <a16:creationId xmlns:a16="http://schemas.microsoft.com/office/drawing/2014/main" id="{DF795912-43F7-49F5-64A0-5CA942171C81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-2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  <p:sp>
            <p:nvSpPr>
              <p:cNvPr id="11" name="Espace réservé du texte 4">
                <a:extLst>
                  <a:ext uri="{FF2B5EF4-FFF2-40B4-BE49-F238E27FC236}">
                    <a16:creationId xmlns:a16="http://schemas.microsoft.com/office/drawing/2014/main" id="{5F66160E-9775-480D-52EF-43777EED72B5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H="1">
                <a:off x="3129279" y="1642707"/>
                <a:ext cx="4185921" cy="4390761"/>
              </a:xfrm>
              <a:custGeom>
                <a:avLst/>
                <a:gdLst>
                  <a:gd name="connsiteX0" fmla="*/ 0 w 3721768"/>
                  <a:gd name="connsiteY0" fmla="*/ 0 h 5698172"/>
                  <a:gd name="connsiteX1" fmla="*/ 3341899 w 3721768"/>
                  <a:gd name="connsiteY1" fmla="*/ 0 h 5698172"/>
                  <a:gd name="connsiteX2" fmla="*/ 3721768 w 3721768"/>
                  <a:gd name="connsiteY2" fmla="*/ 379882 h 5698172"/>
                  <a:gd name="connsiteX3" fmla="*/ 3721768 w 3721768"/>
                  <a:gd name="connsiteY3" fmla="*/ 5318291 h 5698172"/>
                  <a:gd name="connsiteX4" fmla="*/ 3341899 w 3721768"/>
                  <a:gd name="connsiteY4" fmla="*/ 5698172 h 5698172"/>
                  <a:gd name="connsiteX5" fmla="*/ 0 w 3721768"/>
                  <a:gd name="connsiteY5" fmla="*/ 5698172 h 5698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1768" h="5698172">
                    <a:moveTo>
                      <a:pt x="0" y="0"/>
                    </a:moveTo>
                    <a:lnTo>
                      <a:pt x="3341899" y="0"/>
                    </a:lnTo>
                    <a:cubicBezTo>
                      <a:pt x="3551695" y="0"/>
                      <a:pt x="3721768" y="170074"/>
                      <a:pt x="3721768" y="379882"/>
                    </a:cubicBezTo>
                    <a:lnTo>
                      <a:pt x="3721768" y="5318291"/>
                    </a:lnTo>
                    <a:cubicBezTo>
                      <a:pt x="3721768" y="5528098"/>
                      <a:pt x="3551695" y="5698172"/>
                      <a:pt x="3341899" y="5698172"/>
                    </a:cubicBezTo>
                    <a:lnTo>
                      <a:pt x="0" y="5698172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>
                <a:lvl1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16000" indent="-216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32000" indent="-18000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Police système Courant"/>
                  <a:buChar char="+"/>
                  <a:defRPr lang="fr-FR" sz="1800" kern="1200" smtClean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1800" kern="1200" dirty="0">
                    <a:solidFill>
                      <a:schemeClr val="tx2"/>
                    </a:solidFill>
                    <a:latin typeface="Avenir LT Std 65 Medium" panose="020B0803020203020204" pitchFamily="34" charset="0"/>
                    <a:ea typeface="+mn-ea"/>
                    <a:cs typeface="+mn-cs"/>
                  </a:defRPr>
                </a:lvl4pPr>
                <a:lvl5pPr marL="0" indent="0" algn="l" defTabSz="914355" rtl="0" eaLnBrk="1" latinLnBrk="0" hangingPunct="1">
                  <a:lnSpc>
                    <a:spcPct val="10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475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dirty="0"/>
              </a:p>
            </p:txBody>
          </p:sp>
        </p:grpSp>
      </p:grp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7633B484-7072-B417-D710-7427E7878E8A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12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Espace réservé du contenu 4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E8823B81-A411-631E-7851-0A1CA932B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5" y="1704160"/>
            <a:ext cx="4791287" cy="4445853"/>
          </a:xfrm>
          <a:prstGeom prst="rect">
            <a:avLst/>
          </a:prstGeom>
        </p:spPr>
      </p:pic>
      <p:pic>
        <p:nvPicPr>
          <p:cNvPr id="7" name="Espace réservé du contenu 4">
            <a:extLst>
              <a:ext uri="{FF2B5EF4-FFF2-40B4-BE49-F238E27FC236}">
                <a16:creationId xmlns:a16="http://schemas.microsoft.com/office/drawing/2014/main" id="{CC6A80A2-3E80-9FDF-A852-90B0C0AB4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22" t="1" r="3322" b="-1"/>
          <a:stretch>
            <a:fillRect/>
          </a:stretch>
        </p:blipFill>
        <p:spPr>
          <a:xfrm>
            <a:off x="5112000" y="1704201"/>
            <a:ext cx="6256421" cy="444585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8455D9D-37D2-0A40-2265-3247D5754F0B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Modélisation de la base (1)</a:t>
            </a:r>
          </a:p>
        </p:txBody>
      </p:sp>
    </p:spTree>
    <p:extLst>
      <p:ext uri="{BB962C8B-B14F-4D97-AF65-F5344CB8AC3E}">
        <p14:creationId xmlns:p14="http://schemas.microsoft.com/office/powerpoint/2010/main" val="37386313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93B8F8-FEEC-41DF-87F5-A20EE4744FB1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7633B484-7072-B417-D710-7427E7878E8A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13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F46802D8-A460-01B8-4415-4EC2165E5470}"/>
              </a:ext>
            </a:extLst>
          </p:cNvPr>
          <p:cNvSpPr txBox="1">
            <a:spLocks/>
          </p:cNvSpPr>
          <p:nvPr/>
        </p:nvSpPr>
        <p:spPr>
          <a:xfrm rot="10800000" flipH="1">
            <a:off x="5317475" y="1628253"/>
            <a:ext cx="6874525" cy="4589664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E392F50-3A2B-DDD9-CEC1-30978510A1D4}"/>
              </a:ext>
            </a:extLst>
          </p:cNvPr>
          <p:cNvSpPr txBox="1">
            <a:spLocks/>
          </p:cNvSpPr>
          <p:nvPr/>
        </p:nvSpPr>
        <p:spPr>
          <a:xfrm rot="10800000" flipH="1">
            <a:off x="0" y="1628255"/>
            <a:ext cx="4721858" cy="4589664"/>
          </a:xfrm>
          <a:custGeom>
            <a:avLst/>
            <a:gdLst>
              <a:gd name="connsiteX0" fmla="*/ 0 w 3721768"/>
              <a:gd name="connsiteY0" fmla="*/ 0 h 5698172"/>
              <a:gd name="connsiteX1" fmla="*/ 3341899 w 3721768"/>
              <a:gd name="connsiteY1" fmla="*/ 0 h 5698172"/>
              <a:gd name="connsiteX2" fmla="*/ 3721768 w 3721768"/>
              <a:gd name="connsiteY2" fmla="*/ 379882 h 5698172"/>
              <a:gd name="connsiteX3" fmla="*/ 3721768 w 3721768"/>
              <a:gd name="connsiteY3" fmla="*/ 5318291 h 5698172"/>
              <a:gd name="connsiteX4" fmla="*/ 3341899 w 3721768"/>
              <a:gd name="connsiteY4" fmla="*/ 5698172 h 5698172"/>
              <a:gd name="connsiteX5" fmla="*/ 0 w 3721768"/>
              <a:gd name="connsiteY5" fmla="*/ 5698172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1768" h="5698172">
                <a:moveTo>
                  <a:pt x="0" y="0"/>
                </a:moveTo>
                <a:lnTo>
                  <a:pt x="3341899" y="0"/>
                </a:lnTo>
                <a:cubicBezTo>
                  <a:pt x="3551695" y="0"/>
                  <a:pt x="3721768" y="170074"/>
                  <a:pt x="3721768" y="379882"/>
                </a:cubicBezTo>
                <a:lnTo>
                  <a:pt x="3721768" y="5318291"/>
                </a:lnTo>
                <a:cubicBezTo>
                  <a:pt x="3721768" y="5528098"/>
                  <a:pt x="3551695" y="5698172"/>
                  <a:pt x="3341899" y="5698172"/>
                </a:cubicBezTo>
                <a:lnTo>
                  <a:pt x="0" y="5698172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EFD983F-7E8C-FC98-C358-AE152108B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8" y="4365066"/>
            <a:ext cx="4287520" cy="1324610"/>
          </a:xfrm>
          <a:prstGeom prst="rect">
            <a:avLst/>
          </a:prstGeom>
        </p:spPr>
      </p:pic>
      <p:pic>
        <p:nvPicPr>
          <p:cNvPr id="8" name="Image 7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E8A8E14E-ED22-687D-7B13-DEE8BEE77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08" y="2460148"/>
            <a:ext cx="3476625" cy="90233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4572415-B7E3-3266-9691-F2FF46797A3F}"/>
              </a:ext>
            </a:extLst>
          </p:cNvPr>
          <p:cNvSpPr txBox="1"/>
          <p:nvPr/>
        </p:nvSpPr>
        <p:spPr>
          <a:xfrm>
            <a:off x="341209" y="2090816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Anonymisation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DF33CFB-D4EA-4F54-4D2E-14C9A76BDC26}"/>
              </a:ext>
            </a:extLst>
          </p:cNvPr>
          <p:cNvSpPr txBox="1"/>
          <p:nvPr/>
        </p:nvSpPr>
        <p:spPr>
          <a:xfrm>
            <a:off x="358139" y="3993514"/>
            <a:ext cx="113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Règle RH</a:t>
            </a:r>
          </a:p>
        </p:txBody>
      </p:sp>
      <p:pic>
        <p:nvPicPr>
          <p:cNvPr id="12" name="Espace réservé du contenu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5F00C380-48D4-CF53-7E3D-C685A842A8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035" y="2244162"/>
            <a:ext cx="3646834" cy="37989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8F44256-7767-3D15-4F27-076C593C7311}"/>
              </a:ext>
            </a:extLst>
          </p:cNvPr>
          <p:cNvSpPr txBox="1"/>
          <p:nvPr/>
        </p:nvSpPr>
        <p:spPr>
          <a:xfrm>
            <a:off x="5812368" y="1874830"/>
            <a:ext cx="352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Opérationnelle </a:t>
            </a:r>
            <a:r>
              <a:rPr lang="fr-FR" dirty="0">
                <a:sym typeface="Wingdings" panose="05000000000000000000" pitchFamily="2" charset="2"/>
              </a:rPr>
              <a:t> analytique</a:t>
            </a:r>
          </a:p>
        </p:txBody>
      </p:sp>
      <p:pic>
        <p:nvPicPr>
          <p:cNvPr id="15" name="Image 1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F245F45-CE21-67D7-FD1B-4CA9E87D3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832" y="3148883"/>
            <a:ext cx="2433955" cy="148272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0A4EB1EB-FD02-DE07-E0B9-A4D3B008B233}"/>
              </a:ext>
            </a:extLst>
          </p:cNvPr>
          <p:cNvSpPr txBox="1"/>
          <p:nvPr/>
        </p:nvSpPr>
        <p:spPr>
          <a:xfrm>
            <a:off x="9340578" y="2749216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Déduplication</a:t>
            </a:r>
            <a:endParaRPr lang="fr-FR" dirty="0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101FA02-9CD0-82E2-C2A5-26F580EC0A88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Modélisation de la base (2)</a:t>
            </a:r>
          </a:p>
        </p:txBody>
      </p:sp>
    </p:spTree>
    <p:extLst>
      <p:ext uri="{BB962C8B-B14F-4D97-AF65-F5344CB8AC3E}">
        <p14:creationId xmlns:p14="http://schemas.microsoft.com/office/powerpoint/2010/main" val="217350463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882C-A36B-7046-8155-6E06F3D8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A17F50-DE58-5178-0CBB-7CA1388FF89A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A13F9C53-0537-2B08-0851-61E265F8A788}"/>
              </a:ext>
            </a:extLst>
          </p:cNvPr>
          <p:cNvSpPr txBox="1">
            <a:spLocks/>
          </p:cNvSpPr>
          <p:nvPr/>
        </p:nvSpPr>
        <p:spPr>
          <a:xfrm rot="10800000" flipH="1">
            <a:off x="-25873" y="1621538"/>
            <a:ext cx="4185921" cy="4596380"/>
          </a:xfrm>
          <a:custGeom>
            <a:avLst/>
            <a:gdLst>
              <a:gd name="connsiteX0" fmla="*/ 0 w 3721768"/>
              <a:gd name="connsiteY0" fmla="*/ 0 h 5698172"/>
              <a:gd name="connsiteX1" fmla="*/ 3341899 w 3721768"/>
              <a:gd name="connsiteY1" fmla="*/ 0 h 5698172"/>
              <a:gd name="connsiteX2" fmla="*/ 3721768 w 3721768"/>
              <a:gd name="connsiteY2" fmla="*/ 379882 h 5698172"/>
              <a:gd name="connsiteX3" fmla="*/ 3721768 w 3721768"/>
              <a:gd name="connsiteY3" fmla="*/ 5318291 h 5698172"/>
              <a:gd name="connsiteX4" fmla="*/ 3341899 w 3721768"/>
              <a:gd name="connsiteY4" fmla="*/ 5698172 h 5698172"/>
              <a:gd name="connsiteX5" fmla="*/ 0 w 3721768"/>
              <a:gd name="connsiteY5" fmla="*/ 5698172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1768" h="5698172">
                <a:moveTo>
                  <a:pt x="0" y="0"/>
                </a:moveTo>
                <a:lnTo>
                  <a:pt x="3341899" y="0"/>
                </a:lnTo>
                <a:cubicBezTo>
                  <a:pt x="3551695" y="0"/>
                  <a:pt x="3721768" y="170074"/>
                  <a:pt x="3721768" y="379882"/>
                </a:cubicBezTo>
                <a:lnTo>
                  <a:pt x="3721768" y="5318291"/>
                </a:lnTo>
                <a:cubicBezTo>
                  <a:pt x="3721768" y="5528098"/>
                  <a:pt x="3551695" y="5698172"/>
                  <a:pt x="3341899" y="5698172"/>
                </a:cubicBezTo>
                <a:lnTo>
                  <a:pt x="0" y="5698172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Espace réservé du numéro de diapositive 2">
            <a:extLst>
              <a:ext uri="{FF2B5EF4-FFF2-40B4-BE49-F238E27FC236}">
                <a16:creationId xmlns:a16="http://schemas.microsoft.com/office/drawing/2014/main" id="{EB439AD8-34E9-48CC-8441-F4837706EF13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14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D40D1148-13CD-5999-6C03-F83A33DC2442}"/>
              </a:ext>
            </a:extLst>
          </p:cNvPr>
          <p:cNvSpPr txBox="1">
            <a:spLocks/>
          </p:cNvSpPr>
          <p:nvPr/>
        </p:nvSpPr>
        <p:spPr>
          <a:xfrm rot="10800000" flipH="1">
            <a:off x="6096000" y="1621538"/>
            <a:ext cx="6095999" cy="4596380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26803524-E0DB-5265-6279-1699D8AB2C6B}"/>
              </a:ext>
            </a:extLst>
          </p:cNvPr>
          <p:cNvSpPr txBox="1">
            <a:spLocks/>
          </p:cNvSpPr>
          <p:nvPr/>
        </p:nvSpPr>
        <p:spPr>
          <a:xfrm rot="10800000" flipH="1">
            <a:off x="1766661" y="1621538"/>
            <a:ext cx="3422961" cy="4596379"/>
          </a:xfrm>
          <a:custGeom>
            <a:avLst/>
            <a:gdLst>
              <a:gd name="connsiteX0" fmla="*/ 0 w 3721768"/>
              <a:gd name="connsiteY0" fmla="*/ 0 h 5698172"/>
              <a:gd name="connsiteX1" fmla="*/ 3341899 w 3721768"/>
              <a:gd name="connsiteY1" fmla="*/ 0 h 5698172"/>
              <a:gd name="connsiteX2" fmla="*/ 3721768 w 3721768"/>
              <a:gd name="connsiteY2" fmla="*/ 379882 h 5698172"/>
              <a:gd name="connsiteX3" fmla="*/ 3721768 w 3721768"/>
              <a:gd name="connsiteY3" fmla="*/ 5318291 h 5698172"/>
              <a:gd name="connsiteX4" fmla="*/ 3341899 w 3721768"/>
              <a:gd name="connsiteY4" fmla="*/ 5698172 h 5698172"/>
              <a:gd name="connsiteX5" fmla="*/ 0 w 3721768"/>
              <a:gd name="connsiteY5" fmla="*/ 5698172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1768" h="5698172">
                <a:moveTo>
                  <a:pt x="0" y="0"/>
                </a:moveTo>
                <a:lnTo>
                  <a:pt x="3341899" y="0"/>
                </a:lnTo>
                <a:cubicBezTo>
                  <a:pt x="3551695" y="0"/>
                  <a:pt x="3721768" y="170074"/>
                  <a:pt x="3721768" y="379882"/>
                </a:cubicBezTo>
                <a:lnTo>
                  <a:pt x="3721768" y="5318291"/>
                </a:lnTo>
                <a:cubicBezTo>
                  <a:pt x="3721768" y="5528098"/>
                  <a:pt x="3551695" y="5698172"/>
                  <a:pt x="3341899" y="5698172"/>
                </a:cubicBezTo>
                <a:lnTo>
                  <a:pt x="0" y="5698172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5" name="Espace réservé du contenu 3" descr="Une image contenant texte, capture d’écran, affichage, Police&#10;&#10;Le contenu généré par l’IA peut être incorrect.">
            <a:extLst>
              <a:ext uri="{FF2B5EF4-FFF2-40B4-BE49-F238E27FC236}">
                <a16:creationId xmlns:a16="http://schemas.microsoft.com/office/drawing/2014/main" id="{F97E4EB9-E283-0516-9943-03578E151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9" y="2009399"/>
            <a:ext cx="4040902" cy="2361857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8E132C2B-573A-7BE7-A48F-3302D56EE4BA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Traitements statistiques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E357653-FA00-D426-2FF6-0C8A820AB906}"/>
                  </a:ext>
                </a:extLst>
              </p:cNvPr>
              <p:cNvSpPr txBox="1"/>
              <p:nvPr/>
            </p:nvSpPr>
            <p:spPr>
              <a:xfrm>
                <a:off x="239184" y="4821418"/>
                <a:ext cx="48086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0"/>
                  </a:spcBef>
                  <a:spcAft>
                    <a:spcPts val="600"/>
                  </a:spcAft>
                </a:pPr>
                <a:r>
                  <a:rPr lang="fr-FR" sz="950" b="1" dirty="0"/>
                  <a:t>Indice de charge administrative – Base 100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950" i="1">
                          <a:latin typeface="Cambria Math" panose="02040503050406030204" pitchFamily="18" charset="0"/>
                        </a:rPr>
                        <m:t>𝐼𝑛𝑑𝑖𝑐𝑒</m:t>
                      </m:r>
                      <m:r>
                        <a:rPr lang="fr-FR" sz="950">
                          <a:latin typeface="Cambria Math" panose="02040503050406030204" pitchFamily="18" charset="0"/>
                        </a:rPr>
                        <m:t> = \</m:t>
                      </m:r>
                      <m:r>
                        <a:rPr lang="fr-FR" sz="950" i="1">
                          <a:latin typeface="Cambria Math" panose="02040503050406030204" pitchFamily="18" charset="0"/>
                        </a:rPr>
                        <m:t>𝑓𝑟𝑎𝑐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9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𝐶h𝑎𝑟𝑔𝑒</m:t>
                          </m:r>
                          <m:r>
                            <m:rPr>
                              <m:lit/>
                            </m:rPr>
                            <a:rPr lang="fr-FR" sz="9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𝑚𝑜𝑦𝑒𝑛𝑛𝑒</m:t>
                          </m:r>
                          <m:r>
                            <m:rPr>
                              <m:lit/>
                            </m:rPr>
                            <a:rPr lang="fr-FR" sz="9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𝑠𝑒𝑔𝑚𝑒𝑛𝑡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fr-FR" sz="9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𝐶h𝑎𝑟𝑔𝑒</m:t>
                          </m:r>
                          <m:r>
                            <m:rPr>
                              <m:lit/>
                            </m:rPr>
                            <a:rPr lang="fr-FR" sz="9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𝑚𝑜𝑦𝑒𝑛𝑛𝑒</m:t>
                          </m:r>
                          <m:r>
                            <m:rPr>
                              <m:lit/>
                            </m:rPr>
                            <a:rPr lang="fr-FR" sz="9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950" i="1">
                              <a:latin typeface="Cambria Math" panose="02040503050406030204" pitchFamily="18" charset="0"/>
                            </a:rPr>
                            <m:t>𝑔𝑙𝑜𝑏𝑎𝑙𝑒</m:t>
                          </m:r>
                        </m:e>
                      </m:d>
                      <m:r>
                        <a:rPr lang="fr-FR" sz="95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fr-FR" sz="95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E357653-FA00-D426-2FF6-0C8A820AB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84" y="4821418"/>
                <a:ext cx="48086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995147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6F1B-9834-6429-AEA9-03CD559F9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1BAAD2-A2BD-7689-2098-2C7ADB98A6C6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E6633DCD-37B6-208A-8159-67531B713FB9}"/>
              </a:ext>
            </a:extLst>
          </p:cNvPr>
          <p:cNvSpPr txBox="1">
            <a:spLocks/>
          </p:cNvSpPr>
          <p:nvPr/>
        </p:nvSpPr>
        <p:spPr>
          <a:xfrm>
            <a:off x="373869" y="133954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Projet SAE </a:t>
            </a:r>
            <a:b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</a:br>
            <a:r>
              <a:rPr lang="fr-FR" sz="2000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La suite…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CEE41413-4313-1AF0-B214-C0F5E1F18FEF}"/>
              </a:ext>
            </a:extLst>
          </p:cNvPr>
          <p:cNvSpPr txBox="1">
            <a:spLocks/>
          </p:cNvSpPr>
          <p:nvPr/>
        </p:nvSpPr>
        <p:spPr>
          <a:xfrm rot="10800000" flipH="1">
            <a:off x="6264390" y="1606734"/>
            <a:ext cx="5927609" cy="4618804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E130D04-DAD4-15E0-E309-54FBA37D07AD}"/>
              </a:ext>
            </a:extLst>
          </p:cNvPr>
          <p:cNvGrpSpPr/>
          <p:nvPr/>
        </p:nvGrpSpPr>
        <p:grpSpPr>
          <a:xfrm>
            <a:off x="-1" y="1599951"/>
            <a:ext cx="5603992" cy="4625589"/>
            <a:chOff x="-2" y="1652368"/>
            <a:chExt cx="7315202" cy="4390761"/>
          </a:xfrm>
        </p:grpSpPr>
        <p:sp>
          <p:nvSpPr>
            <p:cNvPr id="4" name="Espace réservé du texte 4">
              <a:extLst>
                <a:ext uri="{FF2B5EF4-FFF2-40B4-BE49-F238E27FC236}">
                  <a16:creationId xmlns:a16="http://schemas.microsoft.com/office/drawing/2014/main" id="{F580DFDD-B308-FAB1-4A49-72F7D0EEE782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-2" y="1652368"/>
              <a:ext cx="4185921" cy="4390761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5" name="Espace réservé du texte 4">
              <a:extLst>
                <a:ext uri="{FF2B5EF4-FFF2-40B4-BE49-F238E27FC236}">
                  <a16:creationId xmlns:a16="http://schemas.microsoft.com/office/drawing/2014/main" id="{07C9F78B-BDB5-4153-F61C-6C398FF9B994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3129279" y="1652368"/>
              <a:ext cx="4185921" cy="4390761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38B83A4-86E0-92D7-59C9-C8BCBFB44D70}"/>
              </a:ext>
            </a:extLst>
          </p:cNvPr>
          <p:cNvSpPr/>
          <p:nvPr/>
        </p:nvSpPr>
        <p:spPr>
          <a:xfrm>
            <a:off x="170994" y="1930400"/>
            <a:ext cx="5223965" cy="3972560"/>
          </a:xfrm>
          <a:prstGeom prst="roundRect">
            <a:avLst/>
          </a:prstGeom>
          <a:noFill/>
          <a:ln w="381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venir Next LT Pro" panose="020B0504020202020204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50D3A89-7463-3933-309D-1013C434503B}"/>
              </a:ext>
            </a:extLst>
          </p:cNvPr>
          <p:cNvSpPr/>
          <p:nvPr/>
        </p:nvSpPr>
        <p:spPr>
          <a:xfrm>
            <a:off x="1623683" y="1910079"/>
            <a:ext cx="2042659" cy="497841"/>
          </a:xfrm>
          <a:prstGeom prst="roundRect">
            <a:avLst/>
          </a:prstGeom>
          <a:solidFill>
            <a:srgbClr val="8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rgbClr val="0056AC"/>
                </a:solidFill>
                <a:latin typeface="Aptos Black" panose="020B0004020202020204" pitchFamily="34" charset="0"/>
              </a:rPr>
              <a:t>Limites</a:t>
            </a:r>
            <a:endParaRPr lang="fr-FR" sz="2000" dirty="0">
              <a:solidFill>
                <a:srgbClr val="0056AC"/>
              </a:solidFill>
              <a:latin typeface="Aptos Black" panose="020B000402020202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523453-E974-616E-1270-F30BBC18F8EE}"/>
              </a:ext>
            </a:extLst>
          </p:cNvPr>
          <p:cNvSpPr/>
          <p:nvPr/>
        </p:nvSpPr>
        <p:spPr>
          <a:xfrm>
            <a:off x="6502400" y="1929158"/>
            <a:ext cx="5518606" cy="3973801"/>
          </a:xfrm>
          <a:prstGeom prst="roundRect">
            <a:avLst/>
          </a:prstGeom>
          <a:noFill/>
          <a:ln w="381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venir Next LT Pro" panose="020B050402020202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07A2A90-D745-6426-7197-C2E4E1898028}"/>
              </a:ext>
            </a:extLst>
          </p:cNvPr>
          <p:cNvSpPr/>
          <p:nvPr/>
        </p:nvSpPr>
        <p:spPr>
          <a:xfrm>
            <a:off x="7854938" y="1910080"/>
            <a:ext cx="2813529" cy="490878"/>
          </a:xfrm>
          <a:prstGeom prst="roundRect">
            <a:avLst/>
          </a:prstGeom>
          <a:solidFill>
            <a:srgbClr val="8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rgbClr val="0056AC"/>
                </a:solidFill>
                <a:latin typeface="Aptos Black" panose="020B0004020202020204" pitchFamily="34" charset="0"/>
              </a:rPr>
              <a:t>Evolutions</a:t>
            </a:r>
            <a:endParaRPr lang="fr-FR" sz="2000" dirty="0">
              <a:solidFill>
                <a:srgbClr val="0056AC"/>
              </a:solidFill>
              <a:latin typeface="Aptos Black" panose="020B0004020202020204" pitchFamily="34" charset="0"/>
            </a:endParaRPr>
          </a:p>
        </p:txBody>
      </p:sp>
      <p:graphicFrame>
        <p:nvGraphicFramePr>
          <p:cNvPr id="15" name="Espace réservé du contenu 3">
            <a:extLst>
              <a:ext uri="{FF2B5EF4-FFF2-40B4-BE49-F238E27FC236}">
                <a16:creationId xmlns:a16="http://schemas.microsoft.com/office/drawing/2014/main" id="{14C8EB58-CCA3-EDB2-E9A8-C4098256EF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388473"/>
              </p:ext>
            </p:extLst>
          </p:nvPr>
        </p:nvGraphicFramePr>
        <p:xfrm>
          <a:off x="444084" y="2745405"/>
          <a:ext cx="4677784" cy="2651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Espace réservé du contenu 3">
            <a:extLst>
              <a:ext uri="{FF2B5EF4-FFF2-40B4-BE49-F238E27FC236}">
                <a16:creationId xmlns:a16="http://schemas.microsoft.com/office/drawing/2014/main" id="{5BC2C707-38C7-7B5D-16FA-B5A191E69A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833452"/>
              </p:ext>
            </p:extLst>
          </p:nvPr>
        </p:nvGraphicFramePr>
        <p:xfrm>
          <a:off x="6922811" y="2745405"/>
          <a:ext cx="4677784" cy="2651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12651BDB-75BA-29C8-DBA1-26A61B3D3668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15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76946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000B18-F66F-8A4C-8438-9EB09A990B95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C08566-7A9E-A856-84F5-F5BD493FD4CE}"/>
              </a:ext>
            </a:extLst>
          </p:cNvPr>
          <p:cNvSpPr txBox="1">
            <a:spLocks/>
          </p:cNvSpPr>
          <p:nvPr/>
        </p:nvSpPr>
        <p:spPr>
          <a:xfrm rot="10800000" flipH="1">
            <a:off x="8246264" y="1606736"/>
            <a:ext cx="3945735" cy="4618804"/>
          </a:xfrm>
          <a:custGeom>
            <a:avLst/>
            <a:gdLst>
              <a:gd name="connsiteX0" fmla="*/ 379869 w 7883466"/>
              <a:gd name="connsiteY0" fmla="*/ 0 h 5698172"/>
              <a:gd name="connsiteX1" fmla="*/ 7883466 w 7883466"/>
              <a:gd name="connsiteY1" fmla="*/ 0 h 5698172"/>
              <a:gd name="connsiteX2" fmla="*/ 7883466 w 7883466"/>
              <a:gd name="connsiteY2" fmla="*/ 5698172 h 5698172"/>
              <a:gd name="connsiteX3" fmla="*/ 379869 w 7883466"/>
              <a:gd name="connsiteY3" fmla="*/ 5698172 h 5698172"/>
              <a:gd name="connsiteX4" fmla="*/ 0 w 7883466"/>
              <a:gd name="connsiteY4" fmla="*/ 5318291 h 5698172"/>
              <a:gd name="connsiteX5" fmla="*/ 0 w 7883466"/>
              <a:gd name="connsiteY5" fmla="*/ 379882 h 5698172"/>
              <a:gd name="connsiteX6" fmla="*/ 379869 w 7883466"/>
              <a:gd name="connsiteY6" fmla="*/ 0 h 5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466" h="5698172">
                <a:moveTo>
                  <a:pt x="379869" y="0"/>
                </a:moveTo>
                <a:lnTo>
                  <a:pt x="7883466" y="0"/>
                </a:lnTo>
                <a:lnTo>
                  <a:pt x="7883466" y="5698172"/>
                </a:lnTo>
                <a:lnTo>
                  <a:pt x="379869" y="5698172"/>
                </a:lnTo>
                <a:cubicBezTo>
                  <a:pt x="170073" y="5698172"/>
                  <a:pt x="0" y="5528098"/>
                  <a:pt x="0" y="5318291"/>
                </a:cubicBezTo>
                <a:lnTo>
                  <a:pt x="0" y="379882"/>
                </a:lnTo>
                <a:cubicBezTo>
                  <a:pt x="0" y="170074"/>
                  <a:pt x="170073" y="0"/>
                  <a:pt x="37986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Tx/>
              <a:buBlip>
                <a:blip r:embed="rId2"/>
              </a:buBlip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18000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Police système Courant"/>
              <a:buChar char="+"/>
              <a:defRPr lang="fr-FR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 dirty="0">
                <a:solidFill>
                  <a:schemeClr val="tx2"/>
                </a:solidFill>
                <a:latin typeface="Avenir LT Std 65 Medium" panose="020B0803020203020204" pitchFamily="34" charset="0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4A7FBD2-854D-13DA-4A44-08724D671D3E}"/>
              </a:ext>
            </a:extLst>
          </p:cNvPr>
          <p:cNvGrpSpPr/>
          <p:nvPr/>
        </p:nvGrpSpPr>
        <p:grpSpPr>
          <a:xfrm>
            <a:off x="-1" y="1599951"/>
            <a:ext cx="4004110" cy="4625589"/>
            <a:chOff x="-2" y="1652368"/>
            <a:chExt cx="7315202" cy="4390761"/>
          </a:xfrm>
        </p:grpSpPr>
        <p:sp>
          <p:nvSpPr>
            <p:cNvPr id="7" name="Espace réservé du texte 4">
              <a:extLst>
                <a:ext uri="{FF2B5EF4-FFF2-40B4-BE49-F238E27FC236}">
                  <a16:creationId xmlns:a16="http://schemas.microsoft.com/office/drawing/2014/main" id="{C43670E1-9174-2C65-DE32-E5B1138CEBCB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-2" y="1652368"/>
              <a:ext cx="4185921" cy="4390761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8" name="Espace réservé du texte 4">
              <a:extLst>
                <a:ext uri="{FF2B5EF4-FFF2-40B4-BE49-F238E27FC236}">
                  <a16:creationId xmlns:a16="http://schemas.microsoft.com/office/drawing/2014/main" id="{0AD26251-E78D-5441-54E0-902B6A55B4BD}"/>
                </a:ext>
              </a:extLst>
            </p:cNvPr>
            <p:cNvSpPr txBox="1">
              <a:spLocks/>
            </p:cNvSpPr>
            <p:nvPr/>
          </p:nvSpPr>
          <p:spPr>
            <a:xfrm rot="10800000" flipH="1">
              <a:off x="3129279" y="1652368"/>
              <a:ext cx="4185921" cy="4390761"/>
            </a:xfrm>
            <a:custGeom>
              <a:avLst/>
              <a:gdLst>
                <a:gd name="connsiteX0" fmla="*/ 0 w 3721768"/>
                <a:gd name="connsiteY0" fmla="*/ 0 h 5698172"/>
                <a:gd name="connsiteX1" fmla="*/ 3341899 w 3721768"/>
                <a:gd name="connsiteY1" fmla="*/ 0 h 5698172"/>
                <a:gd name="connsiteX2" fmla="*/ 3721768 w 3721768"/>
                <a:gd name="connsiteY2" fmla="*/ 379882 h 5698172"/>
                <a:gd name="connsiteX3" fmla="*/ 3721768 w 3721768"/>
                <a:gd name="connsiteY3" fmla="*/ 5318291 h 5698172"/>
                <a:gd name="connsiteX4" fmla="*/ 3341899 w 3721768"/>
                <a:gd name="connsiteY4" fmla="*/ 5698172 h 5698172"/>
                <a:gd name="connsiteX5" fmla="*/ 0 w 3721768"/>
                <a:gd name="connsiteY5" fmla="*/ 5698172 h 569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1768" h="5698172">
                  <a:moveTo>
                    <a:pt x="0" y="0"/>
                  </a:moveTo>
                  <a:lnTo>
                    <a:pt x="3341899" y="0"/>
                  </a:lnTo>
                  <a:cubicBezTo>
                    <a:pt x="3551695" y="0"/>
                    <a:pt x="3721768" y="170074"/>
                    <a:pt x="3721768" y="379882"/>
                  </a:cubicBezTo>
                  <a:lnTo>
                    <a:pt x="3721768" y="5318291"/>
                  </a:lnTo>
                  <a:cubicBezTo>
                    <a:pt x="3721768" y="5528098"/>
                    <a:pt x="3551695" y="5698172"/>
                    <a:pt x="3341899" y="5698172"/>
                  </a:cubicBezTo>
                  <a:lnTo>
                    <a:pt x="0" y="5698172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>
              <a:lvl1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216000" indent="-216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Tx/>
                <a:buBlip>
                  <a:blip r:embed="rId2"/>
                </a:buBlip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432000" indent="-18000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Police système Courant"/>
                <a:buChar char="+"/>
                <a:defRPr lang="fr-FR" sz="1800" kern="120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fr-FR" sz="1800" kern="1200" dirty="0">
                  <a:solidFill>
                    <a:schemeClr val="tx2"/>
                  </a:solidFill>
                  <a:latin typeface="Avenir LT Std 65 Medium" panose="020B0803020203020204" pitchFamily="34" charset="0"/>
                  <a:ea typeface="+mn-ea"/>
                  <a:cs typeface="+mn-cs"/>
                </a:defRPr>
              </a:lvl4pPr>
              <a:lvl5pPr marL="0" indent="0" algn="l" defTabSz="914355" rtl="0" eaLnBrk="1" latinLnBrk="0" hangingPunct="1">
                <a:lnSpc>
                  <a:spcPct val="106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475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6" name="Espace réservé du numéro de diapositive 2">
            <a:extLst>
              <a:ext uri="{FF2B5EF4-FFF2-40B4-BE49-F238E27FC236}">
                <a16:creationId xmlns:a16="http://schemas.microsoft.com/office/drawing/2014/main" id="{8A795BAA-6C8C-5679-AE8F-83DF4670601F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16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187DFB8-1788-26B2-D40A-48D87944B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081944" y="1921017"/>
            <a:ext cx="4089071" cy="40890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46680D7-ECC9-1A76-A0A1-35D809F3FFCA}"/>
              </a:ext>
            </a:extLst>
          </p:cNvPr>
          <p:cNvSpPr txBox="1">
            <a:spLocks/>
          </p:cNvSpPr>
          <p:nvPr/>
        </p:nvSpPr>
        <p:spPr>
          <a:xfrm>
            <a:off x="146650" y="2427464"/>
            <a:ext cx="3857460" cy="2484170"/>
          </a:xfrm>
          <a:prstGeom prst="rect">
            <a:avLst/>
          </a:prstGeom>
        </p:spPr>
        <p:txBody>
          <a:bodyPr anchor="t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Professionnel </a:t>
            </a:r>
          </a:p>
          <a:p>
            <a:endParaRPr lang="fr-FR" sz="2800" b="0" dirty="0">
              <a:solidFill>
                <a:schemeClr val="tx1">
                  <a:lumMod val="85000"/>
                  <a:lumOff val="15000"/>
                </a:schemeClr>
              </a:solidFill>
              <a:latin typeface="Avenir Next LT Pro" panose="020B05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Renforcement des compétences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Gestion d’un projet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Compréhension des besoins métier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Rigueur et autonomie</a:t>
            </a:r>
            <a:endParaRPr lang="fr-FR" sz="2000" b="0" dirty="0">
              <a:solidFill>
                <a:schemeClr val="tx1">
                  <a:lumMod val="85000"/>
                  <a:lumOff val="15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4A87BFA-ABDC-87E1-87E1-2AAE16BDE284}"/>
              </a:ext>
            </a:extLst>
          </p:cNvPr>
          <p:cNvSpPr txBox="1">
            <a:spLocks/>
          </p:cNvSpPr>
          <p:nvPr/>
        </p:nvSpPr>
        <p:spPr>
          <a:xfrm>
            <a:off x="8617941" y="2511669"/>
            <a:ext cx="3510799" cy="2530594"/>
          </a:xfrm>
          <a:prstGeom prst="rect">
            <a:avLst/>
          </a:prstGeom>
        </p:spPr>
        <p:txBody>
          <a:bodyPr anchor="t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Personnel</a:t>
            </a:r>
          </a:p>
          <a:p>
            <a:endParaRPr lang="fr-FR" sz="2800" b="0" dirty="0">
              <a:solidFill>
                <a:schemeClr val="tx1">
                  <a:lumMod val="85000"/>
                  <a:lumOff val="15000"/>
                </a:schemeClr>
              </a:solidFill>
              <a:latin typeface="Avenir Next LT Pro" panose="020B05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Communication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Organisation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Gestion des priorités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1600" b="0" dirty="0">
              <a:solidFill>
                <a:schemeClr val="tx1">
                  <a:lumMod val="85000"/>
                  <a:lumOff val="15000"/>
                </a:schemeClr>
              </a:solidFill>
              <a:latin typeface="Avenir LT Std 45 Book" panose="020B0502020203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LT Std 45 Book" panose="020B0502020203020204" pitchFamily="34" charset="0"/>
              </a:rPr>
              <a:t>Expérience professionnalisante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00C54C3-467A-848A-64E2-ADCE47857071}"/>
              </a:ext>
            </a:extLst>
          </p:cNvPr>
          <p:cNvSpPr txBox="1">
            <a:spLocks/>
          </p:cNvSpPr>
          <p:nvPr/>
        </p:nvSpPr>
        <p:spPr>
          <a:xfrm>
            <a:off x="347990" y="224400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9594850" algn="l"/>
              </a:tabLst>
              <a:defRPr sz="3600" b="1" kern="1200">
                <a:solidFill>
                  <a:schemeClr val="tx1"/>
                </a:solidFill>
                <a:latin typeface="Avenir LT Std 65 Medium" panose="020B0803020203020204" pitchFamily="34" charset="0"/>
                <a:ea typeface="+mj-ea"/>
                <a:cs typeface="+mj-cs"/>
              </a:defRPr>
            </a:lvl1pPr>
          </a:lstStyle>
          <a:p>
            <a:r>
              <a:rPr lang="fr-FR" b="0" dirty="0">
                <a:solidFill>
                  <a:srgbClr val="0C61A4"/>
                </a:solidFill>
                <a:latin typeface="Avenir Next LT Pro" panose="020B0504020202020204" pitchFamily="34" charset="0"/>
              </a:rPr>
              <a:t>Bilan</a:t>
            </a:r>
            <a:endParaRPr lang="fr-FR" sz="2000" b="0" dirty="0">
              <a:solidFill>
                <a:srgbClr val="0C61A4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8404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CD47A4-4D98-1D7A-5A6C-ED63D5657996}"/>
              </a:ext>
            </a:extLst>
          </p:cNvPr>
          <p:cNvSpPr/>
          <p:nvPr/>
        </p:nvSpPr>
        <p:spPr>
          <a:xfrm>
            <a:off x="426720" y="6075680"/>
            <a:ext cx="11675291" cy="6711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Rectangle, nombre, Police&#10;&#10;Le contenu généré par l’IA peut être incorrect.">
            <a:extLst>
              <a:ext uri="{FF2B5EF4-FFF2-40B4-BE49-F238E27FC236}">
                <a16:creationId xmlns:a16="http://schemas.microsoft.com/office/drawing/2014/main" id="{2AC3FE82-2F8A-FF99-8696-B4F09EBBA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" b="4836"/>
          <a:stretch>
            <a:fillRect/>
          </a:stretch>
        </p:blipFill>
        <p:spPr>
          <a:xfrm>
            <a:off x="838200" y="252746"/>
            <a:ext cx="10013950" cy="6281737"/>
          </a:xfrm>
          <a:prstGeom prst="rect">
            <a:avLst/>
          </a:prstGeom>
          <a:noFill/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C570455-7B8F-593C-35F8-D56E76B717A4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17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27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E3CE2-B9DD-D955-BE05-92F53383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statistique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1A98063D-BEA7-68E2-5434-3240A13623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lvl="0">
                  <a:spcAft>
                    <a:spcPts val="600"/>
                  </a:spcAft>
                </a:pPr>
                <a:r>
                  <a:rPr lang="fr-FR" b="1" dirty="0"/>
                  <a:t>Volume moyen par agent </a:t>
                </a:r>
                <a:endParaRPr lang="fr-FR" dirty="0"/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200" i="1">
                          <a:latin typeface="Cambria Math" panose="02040503050406030204" pitchFamily="18" charset="0"/>
                        </a:rPr>
                        <m:t>𝑀𝑜𝑦𝑒𝑛𝑛𝑒</m:t>
                      </m:r>
                      <m:r>
                        <a:rPr lang="fr-FR" sz="2200">
                          <a:latin typeface="Cambria Math" panose="02040503050406030204" pitchFamily="18" charset="0"/>
                        </a:rPr>
                        <m:t> = \</m:t>
                      </m:r>
                      <m:r>
                        <a:rPr lang="fr-FR" sz="2200" i="1">
                          <a:latin typeface="Cambria Math" panose="02040503050406030204" pitchFamily="18" charset="0"/>
                        </a:rPr>
                        <m:t>𝑓𝑟𝑎𝑐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𝐶𝑂𝑈𝑁𝑇</m:t>
                          </m:r>
                          <m:d>
                            <m:dPr>
                              <m:ctrlPr>
                                <a:rPr lang="fr-F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𝑒𝑣𝑒𝑛𝑒𝑚𝑒𝑛𝑡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𝐶𝑂𝑈𝑁𝑇</m:t>
                          </m:r>
                          <m:d>
                            <m:dPr>
                              <m:ctrlPr>
                                <a:rPr lang="fr-F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𝐷𝐼𝑆𝑇𝐼𝑁𝐶𝑇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𝑎𝑔𝑒𝑛𝑡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200" dirty="0"/>
              </a:p>
              <a:p>
                <a:pPr lvl="0">
                  <a:spcBef>
                    <a:spcPts val="3000"/>
                  </a:spcBef>
                  <a:spcAft>
                    <a:spcPts val="600"/>
                  </a:spcAft>
                </a:pPr>
                <a:r>
                  <a:rPr lang="fr-FR" b="1" dirty="0"/>
                  <a:t>Charge administrative moyenne pondérée 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200" i="1">
                          <a:latin typeface="Cambria Math" panose="02040503050406030204" pitchFamily="18" charset="0"/>
                        </a:rPr>
                        <m:t>𝐶h𝑎𝑟𝑔𝑒</m:t>
                      </m:r>
                      <m:r>
                        <m:rPr>
                          <m:lit/>
                        </m:rPr>
                        <a:rPr lang="fr-FR" sz="2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200" i="1">
                          <a:latin typeface="Cambria Math" panose="02040503050406030204" pitchFamily="18" charset="0"/>
                        </a:rPr>
                        <m:t>𝑚𝑜𝑦𝑒𝑛𝑛𝑒</m:t>
                      </m:r>
                      <m:r>
                        <a:rPr lang="fr-FR" sz="2200">
                          <a:latin typeface="Cambria Math" panose="02040503050406030204" pitchFamily="18" charset="0"/>
                        </a:rPr>
                        <m:t> = \</m:t>
                      </m:r>
                      <m:r>
                        <a:rPr lang="fr-FR" sz="2200" i="1">
                          <a:latin typeface="Cambria Math" panose="02040503050406030204" pitchFamily="18" charset="0"/>
                        </a:rPr>
                        <m:t>𝑓𝑟𝑎𝑐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fr-F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𝑡𝑒𝑚𝑝𝑠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𝑚𝑜𝑦𝑒𝑛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𝑓𝑎𝑐𝑡𝑒𝑢𝑟</m:t>
                              </m:r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𝐶𝑂𝑈𝑁𝑇</m:t>
                          </m:r>
                          <m:d>
                            <m:dPr>
                              <m:ctrlPr>
                                <a:rPr lang="fr-F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𝐷𝐼𝑆𝑇𝐼𝑁𝐶𝑇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𝑎𝑔𝑒𝑛𝑡</m:t>
                              </m:r>
                              <m:r>
                                <m:rPr>
                                  <m:lit/>
                                </m:rPr>
                                <a:rPr lang="fr-FR" sz="22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200" i="1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200" dirty="0"/>
              </a:p>
              <a:p>
                <a:pPr>
                  <a:spcBef>
                    <a:spcPts val="3000"/>
                  </a:spcBef>
                  <a:spcAft>
                    <a:spcPts val="600"/>
                  </a:spcAft>
                </a:pPr>
                <a:r>
                  <a:rPr lang="fr-FR" b="1" dirty="0"/>
                  <a:t>Indice de charge administrative – Base 100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200" i="1">
                          <a:latin typeface="Cambria Math" panose="02040503050406030204" pitchFamily="18" charset="0"/>
                        </a:rPr>
                        <m:t>𝐼𝑛𝑑𝑖𝑐𝑒</m:t>
                      </m:r>
                      <m:r>
                        <a:rPr lang="fr-FR" sz="2200">
                          <a:latin typeface="Cambria Math" panose="02040503050406030204" pitchFamily="18" charset="0"/>
                        </a:rPr>
                        <m:t> = \</m:t>
                      </m:r>
                      <m:r>
                        <a:rPr lang="fr-FR" sz="2200" i="1">
                          <a:latin typeface="Cambria Math" panose="02040503050406030204" pitchFamily="18" charset="0"/>
                        </a:rPr>
                        <m:t>𝑓𝑟𝑎𝑐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𝐶h𝑎𝑟𝑔𝑒</m:t>
                          </m:r>
                          <m:r>
                            <m:rPr>
                              <m:lit/>
                            </m:rPr>
                            <a:rPr lang="fr-FR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𝑚𝑜𝑦𝑒𝑛𝑛𝑒</m:t>
                          </m:r>
                          <m:r>
                            <m:rPr>
                              <m:lit/>
                            </m:rPr>
                            <a:rPr lang="fr-FR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𝑠𝑒𝑔𝑚𝑒𝑛𝑡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fr-F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𝐶h𝑎𝑟𝑔𝑒</m:t>
                          </m:r>
                          <m:r>
                            <m:rPr>
                              <m:lit/>
                            </m:rPr>
                            <a:rPr lang="fr-FR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𝑚𝑜𝑦𝑒𝑛𝑛𝑒</m:t>
                          </m:r>
                          <m:r>
                            <m:rPr>
                              <m:lit/>
                            </m:rPr>
                            <a:rPr lang="fr-FR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200" i="1">
                              <a:latin typeface="Cambria Math" panose="02040503050406030204" pitchFamily="18" charset="0"/>
                            </a:rPr>
                            <m:t>𝑔𝑙𝑜𝑏𝑎𝑙𝑒</m:t>
                          </m:r>
                        </m:e>
                      </m:d>
                      <m:r>
                        <a:rPr lang="fr-FR" sz="220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fr-FR" sz="2200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1A98063D-BEA7-68E2-5434-3240A13623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391" t="-15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16F7C71-A05A-D0D6-69F3-7528216FE486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2">
            <a:extLst>
              <a:ext uri="{FF2B5EF4-FFF2-40B4-BE49-F238E27FC236}">
                <a16:creationId xmlns:a16="http://schemas.microsoft.com/office/drawing/2014/main" id="{0848C929-0684-2F7D-2AFA-CDC3BB20CB57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18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27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4">
            <a:extLst>
              <a:ext uri="{FF2B5EF4-FFF2-40B4-BE49-F238E27FC236}">
                <a16:creationId xmlns:a16="http://schemas.microsoft.com/office/drawing/2014/main" id="{71999BA9-2940-7333-98AC-E5A26F865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4122" y="669998"/>
            <a:ext cx="7347537" cy="5069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B2134D-3506-7D6F-43A6-16D03C97A1AE}"/>
              </a:ext>
            </a:extLst>
          </p:cNvPr>
          <p:cNvSpPr/>
          <p:nvPr/>
        </p:nvSpPr>
        <p:spPr>
          <a:xfrm>
            <a:off x="4990011" y="6096000"/>
            <a:ext cx="6583680" cy="518740"/>
          </a:xfrm>
          <a:prstGeom prst="rect">
            <a:avLst/>
          </a:prstGeom>
          <a:gradFill>
            <a:gsLst>
              <a:gs pos="0">
                <a:srgbClr val="76B5F2"/>
              </a:gs>
              <a:gs pos="70000">
                <a:srgbClr val="6FB0F1"/>
              </a:gs>
              <a:gs pos="83000">
                <a:srgbClr val="6DAFF1"/>
              </a:gs>
              <a:gs pos="92000">
                <a:srgbClr val="6BA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0AB2C46-D2EF-10ED-ACA9-AE97CB01B8F4}"/>
              </a:ext>
            </a:extLst>
          </p:cNvPr>
          <p:cNvSpPr txBox="1">
            <a:spLocks/>
          </p:cNvSpPr>
          <p:nvPr/>
        </p:nvSpPr>
        <p:spPr>
          <a:xfrm>
            <a:off x="239184" y="6417600"/>
            <a:ext cx="480483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9F9F64-4784-4F3A-948D-D16FD8AFA9F9}" type="slidenum">
              <a:rPr lang="fr-FR" smtClean="0">
                <a:solidFill>
                  <a:srgbClr val="EFF9FF"/>
                </a:solidFill>
                <a:latin typeface="Avenir Next LT Pro" panose="020B0504020202020204" pitchFamily="34" charset="0"/>
              </a:rPr>
              <a:pPr/>
              <a:t>19</a:t>
            </a:fld>
            <a:endParaRPr lang="fr-FR" dirty="0">
              <a:solidFill>
                <a:srgbClr val="EFF9FF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41045"/>
      </p:ext>
    </p:extLst>
  </p:cSld>
  <p:clrMapOvr>
    <a:masterClrMapping/>
  </p:clrMapOvr>
</p:sld>
</file>

<file path=ppt/theme/theme1.xml><?xml version="1.0" encoding="utf-8"?>
<a:theme xmlns:a="http://schemas.openxmlformats.org/drawingml/2006/main" name="SNCF">
  <a:themeElements>
    <a:clrScheme name="SNCF">
      <a:dk1>
        <a:srgbClr val="3C3732"/>
      </a:dk1>
      <a:lt1>
        <a:sysClr val="window" lastClr="FFFFFF"/>
      </a:lt1>
      <a:dk2>
        <a:srgbClr val="82BE00"/>
      </a:dk2>
      <a:lt2>
        <a:srgbClr val="D2E100"/>
      </a:lt2>
      <a:accent1>
        <a:srgbClr val="009AA6"/>
      </a:accent1>
      <a:accent2>
        <a:srgbClr val="CD0037"/>
      </a:accent2>
      <a:accent3>
        <a:srgbClr val="A0A0A0"/>
      </a:accent3>
      <a:accent4>
        <a:srgbClr val="E05206"/>
      </a:accent4>
      <a:accent5>
        <a:srgbClr val="FFB612"/>
      </a:accent5>
      <a:accent6>
        <a:srgbClr val="A1006B"/>
      </a:accent6>
      <a:hlink>
        <a:srgbClr val="E05206"/>
      </a:hlink>
      <a:folHlink>
        <a:srgbClr val="FFB612"/>
      </a:folHlink>
    </a:clrScheme>
    <a:fontScheme name="SNCF">
      <a:majorFont>
        <a:latin typeface="Avenir LT Std 65 Medium"/>
        <a:ea typeface=""/>
        <a:cs typeface=""/>
      </a:majorFont>
      <a:minorFont>
        <a:latin typeface="Avenir LT Std 45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t"/>
      <a:lstStyle>
        <a:defPPr algn="l">
          <a:defRPr sz="1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VIOLET">
      <a:srgbClr val="6E1E78"/>
    </a:custClr>
    <a:custClr name="PRUNE">
      <a:srgbClr val="A1006B"/>
    </a:custClr>
    <a:custClr name="FRAMBOISE">
      <a:srgbClr val="CD0037"/>
    </a:custClr>
    <a:custClr name="ORANGE">
      <a:srgbClr val="E05206"/>
    </a:custClr>
    <a:custClr name="JAUNE SAFRAN">
      <a:srgbClr val="FFB612"/>
    </a:custClr>
    <a:custClr name="VERT ANIS">
      <a:srgbClr val="D2E100"/>
    </a:custClr>
    <a:custClr>
      <a:srgbClr val="F0F0F0"/>
    </a:custClr>
    <a:custClr>
      <a:srgbClr val="F0F0F0"/>
    </a:custClr>
    <a:custClr>
      <a:srgbClr val="F0F0F0"/>
    </a:custClr>
    <a:custClr>
      <a:srgbClr val="F0F0F0"/>
    </a:custClr>
    <a:custClr name="VERT POMME">
      <a:srgbClr val="82BE00"/>
    </a:custClr>
    <a:custClr name="BLEU CANARD">
      <a:srgbClr val="009AA6"/>
    </a:custClr>
    <a:custClr name="BLEU PRIMAIRE">
      <a:srgbClr val="0088CE"/>
    </a:custClr>
    <a:custClr name="ROUGE ASSISTANCE">
      <a:srgbClr val="D52B1E"/>
    </a:custClr>
    <a:custClr name="CARBONE">
      <a:srgbClr val="3C3732"/>
    </a:custClr>
    <a:custClr name="BLANC">
      <a:srgbClr val="FFFFFF"/>
    </a:custClr>
    <a:custClr>
      <a:srgbClr val="F0F0F0"/>
    </a:custClr>
    <a:custClr>
      <a:srgbClr val="F0F0F0"/>
    </a:custClr>
    <a:custClr>
      <a:srgbClr val="F0F0F0"/>
    </a:custClr>
    <a:custClr>
      <a:srgbClr val="F0F0F0"/>
    </a:custClr>
    <a:custClr name="WARM GRAY 1">
      <a:srgbClr val="E0DED8"/>
    </a:custClr>
    <a:custClr name="WARM GRAY 3">
      <a:srgbClr val="C3BEB4"/>
    </a:custClr>
    <a:custClr name="WARM GRAY 5">
      <a:srgbClr val="AFA59B"/>
    </a:custClr>
    <a:custClr name="WARM GRAY 7">
      <a:srgbClr val="988F86"/>
    </a:custClr>
    <a:custClr name="WARM GRAY 9">
      <a:srgbClr val="82786F"/>
    </a:custClr>
    <a:custClr name="WARM GRAY 11">
      <a:srgbClr val="675C53"/>
    </a:custClr>
    <a:custClr>
      <a:srgbClr val="F0F0F0"/>
    </a:custClr>
    <a:custClr>
      <a:srgbClr val="F0F0F0"/>
    </a:custClr>
    <a:custClr>
      <a:srgbClr val="F0F0F0"/>
    </a:custClr>
    <a:custClr>
      <a:srgbClr val="F0F0F0"/>
    </a:custClr>
    <a:custClr name="COOL GRAY 1">
      <a:srgbClr val="E1E1E1"/>
    </a:custClr>
    <a:custClr name="COOL GRAY 3">
      <a:srgbClr val="D7D7D7"/>
    </a:custClr>
    <a:custClr name="COOL GRAY 5">
      <a:srgbClr val="B9B9B9"/>
    </a:custClr>
    <a:custClr name="COOL GRAY 7">
      <a:srgbClr val="A0A0A0"/>
    </a:custClr>
    <a:custClr name="COOL GRAY 9">
      <a:srgbClr val="747678"/>
    </a:custClr>
    <a:custClr name="COOL GRAY 11">
      <a:srgbClr val="4D4F53"/>
    </a:custClr>
    <a:custClr>
      <a:srgbClr val="F0F0F0"/>
    </a:custClr>
    <a:custClr>
      <a:srgbClr val="F0F0F0"/>
    </a:custClr>
    <a:custClr>
      <a:srgbClr val="F0F0F0"/>
    </a:custClr>
    <a:custClr>
      <a:srgbClr val="F0F0F0"/>
    </a:custClr>
  </a:custClrLst>
  <a:extLst>
    <a:ext uri="{05A4C25C-085E-4340-85A3-A5531E510DB2}">
      <thm15:themeFamily xmlns:thm15="http://schemas.microsoft.com/office/thememl/2012/main" name="SNCF-Modèle-16x9.potx" id="{3BC92FB6-79FF-4A72-899A-25835EE65853}" vid="{E177CA4C-8DD5-411F-8739-E6249989E9D9}"/>
    </a:ext>
  </a:extLst>
</a:theme>
</file>

<file path=ppt/theme/theme2.xml><?xml version="1.0" encoding="utf-8"?>
<a:theme xmlns:a="http://schemas.openxmlformats.org/drawingml/2006/main" name="© SNCF Voyageurs 2023">
  <a:themeElements>
    <a:clrScheme name="00. SNCF Voyageurs">
      <a:dk1>
        <a:srgbClr val="000000"/>
      </a:dk1>
      <a:lt1>
        <a:srgbClr val="FFFFFF"/>
      </a:lt1>
      <a:dk2>
        <a:srgbClr val="3C3732"/>
      </a:dk2>
      <a:lt2>
        <a:srgbClr val="D0D3D4"/>
      </a:lt2>
      <a:accent1>
        <a:srgbClr val="002B29"/>
      </a:accent1>
      <a:accent2>
        <a:srgbClr val="055754"/>
      </a:accent2>
      <a:accent3>
        <a:srgbClr val="00997D"/>
      </a:accent3>
      <a:accent4>
        <a:srgbClr val="33E88F"/>
      </a:accent4>
      <a:accent5>
        <a:srgbClr val="BAFFBF"/>
      </a:accent5>
      <a:accent6>
        <a:srgbClr val="F2FCF0"/>
      </a:accent6>
      <a:hlink>
        <a:srgbClr val="33E88F"/>
      </a:hlink>
      <a:folHlink>
        <a:srgbClr val="BAFFBF"/>
      </a:folHlink>
    </a:clrScheme>
    <a:fontScheme name="00. Sncf Groupe">
      <a:majorFont>
        <a:latin typeface="Avenir LT Std 65 Medium"/>
        <a:ea typeface=""/>
        <a:cs typeface=""/>
      </a:majorFont>
      <a:minorFont>
        <a:latin typeface="Avenir LT Std 45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ert Opaline">
      <a:srgbClr val="F1FCF0"/>
    </a:custClr>
    <a:custClr name="Vert Raisin">
      <a:srgbClr val="BBFFBE"/>
    </a:custClr>
    <a:custClr name="Vert Primavera">
      <a:srgbClr val="34E88E"/>
    </a:custClr>
    <a:custClr name="Vert émeraude">
      <a:srgbClr val="00997C"/>
    </a:custClr>
    <a:custClr name="Vert Pin">
      <a:srgbClr val="065654"/>
    </a:custClr>
    <a:custClr name="Vert Jaspe">
      <a:srgbClr val="002B28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eu Polaire">
      <a:srgbClr val="B0DFFF"/>
    </a:custClr>
    <a:custClr name="Bleu Azur">
      <a:srgbClr val="3390FF"/>
    </a:custClr>
    <a:custClr name="Bleu océan">
      <a:srgbClr val="00468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Jaune Sable">
      <a:srgbClr val="FFEFAB"/>
    </a:custClr>
    <a:custClr name="Jaune Soleil">
      <a:srgbClr val="FFD245"/>
    </a:custClr>
    <a:custClr name="Marron Roche">
      <a:srgbClr val="6644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Ocre Rocheuse">
      <a:srgbClr val="FFD2A9"/>
    </a:custClr>
    <a:custClr name="Orange Sanguine">
      <a:srgbClr val="FF6833"/>
    </a:custClr>
    <a:custClr name="Rouge Basque">
      <a:srgbClr val="7C1A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Orange Bisque">
      <a:srgbClr val="FFF6F0"/>
    </a:custClr>
    <a:custClr name="Rouge Coquelicot">
      <a:srgbClr val="FF3C00"/>
    </a:custClr>
    <a:custClr name="Rouge Sécurité">
      <a:srgbClr val="D52B1E"/>
    </a:custClr>
    <a:custClr name="French Berry">
      <a:srgbClr val="9B2743"/>
    </a:custClr>
    <a:custClr name="Violet Bougainvillier">
      <a:srgbClr val="840062"/>
    </a:custClr>
    <a:custClr name="Rose Ouigo">
      <a:srgbClr val="E60075"/>
    </a:custClr>
    <a:custClr name="Gris Brume">
      <a:srgbClr val="F0F0F0"/>
    </a:custClr>
    <a:custClr name="Gris Pluie">
      <a:srgbClr val="D3D3D3"/>
    </a:custClr>
    <a:custClr name="Carbone">
      <a:srgbClr val="3C3732"/>
    </a:custClr>
    <a:custClr name="Noir Céleste">
      <a:srgbClr val="2F0F32"/>
    </a:custClr>
  </a:custClrLst>
  <a:extLst>
    <a:ext uri="{05A4C25C-085E-4340-85A3-A5531E510DB2}">
      <thm15:themeFamily xmlns:thm15="http://schemas.microsoft.com/office/thememl/2012/main" name="Template_PPT_SNCF_Voyageurs_2023" id="{FF6850D7-5C37-F34E-9911-87A1254795C4}" vid="{138FD0BC-FD90-864A-9BDB-7E7D4FB0BB4B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0D7C856857934B861A46AAD2EC5558" ma:contentTypeVersion="18" ma:contentTypeDescription="Crée un document." ma:contentTypeScope="" ma:versionID="39b62d73cdb62e8adb2905818acd5337">
  <xsd:schema xmlns:xsd="http://www.w3.org/2001/XMLSchema" xmlns:xs="http://www.w3.org/2001/XMLSchema" xmlns:p="http://schemas.microsoft.com/office/2006/metadata/properties" xmlns:ns2="89ad6cfa-c162-4515-a2bf-9b59d50726e4" xmlns:ns3="8052ae07-30b1-45b8-8c09-02f810001eae" targetNamespace="http://schemas.microsoft.com/office/2006/metadata/properties" ma:root="true" ma:fieldsID="fe4f1cda73622b4bc5eb0bfed7b1e2b3" ns2:_="" ns3:_="">
    <xsd:import namespace="89ad6cfa-c162-4515-a2bf-9b59d50726e4"/>
    <xsd:import namespace="8052ae07-30b1-45b8-8c09-02f810001e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6cfa-c162-4515-a2bf-9b59d50726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5096f5d6-3256-4090-9362-038d665d19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État de validation" ma:internalName="_x00c9_tat_x0020_de_x0020_validation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2ae07-30b1-45b8-8c09-02f810001ea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690d9f7-2e2d-4f23-a89a-c27058f52638}" ma:internalName="TaxCatchAll" ma:showField="CatchAllData" ma:web="8052ae07-30b1-45b8-8c09-02f810001e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ad6cfa-c162-4515-a2bf-9b59d50726e4">
      <Terms xmlns="http://schemas.microsoft.com/office/infopath/2007/PartnerControls"/>
    </lcf76f155ced4ddcb4097134ff3c332f>
    <TaxCatchAll xmlns="8052ae07-30b1-45b8-8c09-02f810001eae" xsi:nil="true"/>
    <_Flow_SignoffStatus xmlns="89ad6cfa-c162-4515-a2bf-9b59d50726e4" xsi:nil="true"/>
  </documentManagement>
</p:properties>
</file>

<file path=customXml/itemProps1.xml><?xml version="1.0" encoding="utf-8"?>
<ds:datastoreItem xmlns:ds="http://schemas.openxmlformats.org/officeDocument/2006/customXml" ds:itemID="{FE78B25C-D467-4D28-94AE-533CDDAB29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ad6cfa-c162-4515-a2bf-9b59d50726e4"/>
    <ds:schemaRef ds:uri="8052ae07-30b1-45b8-8c09-02f810001e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94731B-2454-43F0-B925-BCDF86049B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0BE79F-8876-4F91-8AF1-4B15AA1D5055}">
  <ds:schemaRefs>
    <ds:schemaRef ds:uri="http://schemas.microsoft.com/office/infopath/2007/PartnerControls"/>
    <ds:schemaRef ds:uri="http://purl.org/dc/dcmitype/"/>
    <ds:schemaRef ds:uri="http://www.w3.org/XML/1998/namespace"/>
    <ds:schemaRef ds:uri="250ee538-ce76-4218-9251-76282497858c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5195f7f5-81e2-4e83-85e4-7fee4d7383b8"/>
    <ds:schemaRef ds:uri="http://schemas.microsoft.com/office/2006/metadata/properties"/>
    <ds:schemaRef ds:uri="b988e69b-5011-45be-9961-53d326ab77b0"/>
    <ds:schemaRef ds:uri="88f55a3c-f50e-478b-a86b-2ffd7fbaa130"/>
    <ds:schemaRef ds:uri="89ad6cfa-c162-4515-a2bf-9b59d50726e4"/>
    <ds:schemaRef ds:uri="8052ae07-30b1-45b8-8c09-02f810001ea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5506</TotalTime>
  <Words>387</Words>
  <Application>Microsoft Office PowerPoint</Application>
  <PresentationFormat>Grand écran</PresentationFormat>
  <Paragraphs>137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19</vt:i4>
      </vt:variant>
    </vt:vector>
  </HeadingPairs>
  <TitlesOfParts>
    <vt:vector size="33" baseType="lpstr">
      <vt:lpstr>Aptos</vt:lpstr>
      <vt:lpstr>Aptos Black</vt:lpstr>
      <vt:lpstr>Aptos ExtraBold</vt:lpstr>
      <vt:lpstr>Arial</vt:lpstr>
      <vt:lpstr>Avenir LT Std 45 Book</vt:lpstr>
      <vt:lpstr>Avenir LT Std 65 Medium</vt:lpstr>
      <vt:lpstr>Avenir Next LT Pro</vt:lpstr>
      <vt:lpstr>Calibri</vt:lpstr>
      <vt:lpstr>Cambria Math</vt:lpstr>
      <vt:lpstr>Police système Courant</vt:lpstr>
      <vt:lpstr>Traverse Rounded</vt:lpstr>
      <vt:lpstr>Wingdings</vt:lpstr>
      <vt:lpstr>SNCF</vt:lpstr>
      <vt:lpstr>© SNCF Voyageurs 2023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Traitement statistique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PRIVE Alexis (SNCF VOYAGEURS / Direction TER Auv Rhône Alpes / Dir relat territor et com)</dc:creator>
  <cp:lastModifiedBy>Roland Maurin</cp:lastModifiedBy>
  <cp:revision>11</cp:revision>
  <dcterms:created xsi:type="dcterms:W3CDTF">2021-04-21T14:49:19Z</dcterms:created>
  <dcterms:modified xsi:type="dcterms:W3CDTF">2026-03-18T12:32:43Z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6c2d8a-efcc-437e-93d5-54cea663bf73_Enabled">
    <vt:lpwstr>true</vt:lpwstr>
  </property>
  <property fmtid="{D5CDD505-2E9C-101B-9397-08002B2CF9AE}" pid="3" name="MSIP_Label_fb6c2d8a-efcc-437e-93d5-54cea663bf73_SetDate">
    <vt:lpwstr>2021-04-21T14:49:20Z</vt:lpwstr>
  </property>
  <property fmtid="{D5CDD505-2E9C-101B-9397-08002B2CF9AE}" pid="4" name="MSIP_Label_fb6c2d8a-efcc-437e-93d5-54cea663bf73_Method">
    <vt:lpwstr>Standard</vt:lpwstr>
  </property>
  <property fmtid="{D5CDD505-2E9C-101B-9397-08002B2CF9AE}" pid="5" name="MSIP_Label_fb6c2d8a-efcc-437e-93d5-54cea663bf73_Name">
    <vt:lpwstr>Diffusable [sans marquage] temp</vt:lpwstr>
  </property>
  <property fmtid="{D5CDD505-2E9C-101B-9397-08002B2CF9AE}" pid="6" name="MSIP_Label_fb6c2d8a-efcc-437e-93d5-54cea663bf73_SiteId">
    <vt:lpwstr>4a7c8238-5799-4b16-9fc6-9ad8fce5a7d9</vt:lpwstr>
  </property>
  <property fmtid="{D5CDD505-2E9C-101B-9397-08002B2CF9AE}" pid="7" name="MSIP_Label_fb6c2d8a-efcc-437e-93d5-54cea663bf73_ActionId">
    <vt:lpwstr>b841c057-f06d-4bb8-969c-6046ee560733</vt:lpwstr>
  </property>
  <property fmtid="{D5CDD505-2E9C-101B-9397-08002B2CF9AE}" pid="8" name="MSIP_Label_fb6c2d8a-efcc-437e-93d5-54cea663bf73_ContentBits">
    <vt:lpwstr>0</vt:lpwstr>
  </property>
  <property fmtid="{D5CDD505-2E9C-101B-9397-08002B2CF9AE}" pid="9" name="ContentTypeId">
    <vt:lpwstr>0x010100170D7C856857934B861A46AAD2EC5558</vt:lpwstr>
  </property>
  <property fmtid="{D5CDD505-2E9C-101B-9397-08002B2CF9AE}" pid="10" name="MediaServiceImageTags">
    <vt:lpwstr/>
  </property>
</Properties>
</file>